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embeddedFontLst>
    <p:embeddedFont>
      <p:font typeface="Aboreto" pitchFamily="2" charset="0"/>
      <p:regular r:id="rId19"/>
    </p:embeddedFont>
    <p:embeddedFont>
      <p:font typeface="Noto Serif JP" pitchFamily="2" charset="0"/>
      <p:regular r:id="rId20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858000" cy="5143500"/>
          </a:xfrm>
          <a:custGeom>
            <a:avLst/>
            <a:gdLst/>
            <a:ahLst/>
            <a:cxnLst/>
            <a:rect l="0" t="0" r="0" b="0"/>
            <a:pathLst>
              <a:path w="6858000" h="5143500">
                <a:moveTo>
                  <a:pt x="0" y="0"/>
                </a:moveTo>
                <a:lnTo>
                  <a:pt x="6858000" y="0"/>
                </a:lnTo>
                <a:lnTo>
                  <a:pt x="6858000" y="5143500"/>
                </a:lnTo>
                <a:lnTo>
                  <a:pt x="0" y="5143500"/>
                </a:lnTo>
                <a:lnTo>
                  <a:pt x="0" y="0"/>
                </a:lnTo>
              </a:path>
            </a:pathLst>
          </a:custGeom>
          <a:solidFill>
            <a:srgbClr val="E2EEFF">
              <a:alpha val="3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0"/>
            <a:ext cx="6858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0" t="0" r="0" b="0"/>
            <a:pathLst>
              <a:path w="4572000" h="5143500"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lnTo>
                  <a:pt x="0" y="0"/>
                </a:lnTo>
              </a:path>
            </a:pathLst>
          </a:custGeom>
          <a:solidFill>
            <a:srgbClr val="E2EEFF">
              <a:alpha val="4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0525" y="2924175"/>
            <a:ext cx="2062733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163876"/>
                </a:solidFill>
                <a:latin typeface="Noto Serif JP"/>
              </a:rPr>
              <a:t>AI Cybersecurity &amp; Budget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6601" y="2886075"/>
            <a:ext cx="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163876"/>
                </a:solidFill>
                <a:latin typeface="Noto Serif JP"/>
              </a:rPr>
              <a:t/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90525" y="3295650"/>
            <a:ext cx="4230290" cy="1143000"/>
            <a:chOff x="390525" y="3295650"/>
            <a:chExt cx="4230290" cy="1143000"/>
          </a:xfrm>
        </p:grpSpPr>
        <p:sp>
          <p:nvSpPr>
            <p:cNvPr id="7" name="TextBox 6"/>
            <p:cNvSpPr txBox="1"/>
            <p:nvPr/>
          </p:nvSpPr>
          <p:spPr>
            <a:xfrm>
              <a:off x="390525" y="3295650"/>
              <a:ext cx="486483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163876"/>
                  </a:solidFill>
                  <a:latin typeface="Aboreto"/>
                </a:rPr>
                <a:t>AI Cybersecurity &amp;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3676650"/>
              <a:ext cx="486483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163876"/>
                  </a:solidFill>
                  <a:latin typeface="Aboreto"/>
                </a:rPr>
                <a:t>Budget Tools: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4057650"/>
              <a:ext cx="486483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163876"/>
                  </a:solidFill>
                  <a:latin typeface="Aboreto"/>
                </a:rPr>
                <a:t>Technical Deep Dive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90525" y="4629150"/>
            <a:ext cx="3659778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163876"/>
                </a:solidFill>
                <a:latin typeface="Noto Serif JP"/>
              </a:rPr>
              <a:t>Modular Design, Streaming AI, and Local-First Principles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5282332" y="1501682"/>
            <a:ext cx="1533591" cy="2911659"/>
            <a:chOff x="5282332" y="1501682"/>
            <a:chExt cx="1533591" cy="2911659"/>
          </a:xfrm>
        </p:grpSpPr>
        <p:sp>
          <p:nvSpPr>
            <p:cNvPr id="2" name="Rounded Rectangle 1"/>
            <p:cNvSpPr/>
            <p:nvPr/>
          </p:nvSpPr>
          <p:spPr>
            <a:xfrm>
              <a:off x="5926155" y="1501682"/>
              <a:ext cx="889768" cy="643823"/>
            </a:xfrm>
            <a:custGeom>
              <a:avLst/>
              <a:gdLst/>
              <a:ahLst/>
              <a:cxnLst/>
              <a:rect l="0" t="0" r="0" b="0"/>
              <a:pathLst>
                <a:path w="889768" h="643823">
                  <a:moveTo>
                    <a:pt x="0" y="0"/>
                  </a:moveTo>
                  <a:lnTo>
                    <a:pt x="245954" y="0"/>
                  </a:lnTo>
                  <a:lnTo>
                    <a:pt x="889768" y="643823"/>
                  </a:lnTo>
                  <a:lnTo>
                    <a:pt x="643823" y="643823"/>
                  </a:lnTo>
                  <a:lnTo>
                    <a:pt x="0" y="0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273341" y="2145506"/>
              <a:ext cx="239763" cy="2267835"/>
            </a:xfrm>
            <a:custGeom>
              <a:avLst/>
              <a:gdLst/>
              <a:ahLst/>
              <a:cxnLst/>
              <a:rect l="0" t="0" r="0" b="0"/>
              <a:pathLst>
                <a:path w="239763" h="2267835">
                  <a:moveTo>
                    <a:pt x="0" y="464172"/>
                  </a:moveTo>
                  <a:lnTo>
                    <a:pt x="205006" y="464172"/>
                  </a:lnTo>
                  <a:lnTo>
                    <a:pt x="0" y="259175"/>
                  </a:lnTo>
                  <a:lnTo>
                    <a:pt x="0" y="0"/>
                  </a:lnTo>
                  <a:lnTo>
                    <a:pt x="239763" y="0"/>
                  </a:lnTo>
                  <a:lnTo>
                    <a:pt x="239763" y="2267835"/>
                  </a:lnTo>
                  <a:lnTo>
                    <a:pt x="0" y="2267835"/>
                  </a:lnTo>
                  <a:lnTo>
                    <a:pt x="0" y="464172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282332" y="1501682"/>
              <a:ext cx="1287637" cy="2911659"/>
            </a:xfrm>
            <a:custGeom>
              <a:avLst/>
              <a:gdLst/>
              <a:ahLst/>
              <a:cxnLst/>
              <a:rect l="0" t="0" r="0" b="0"/>
              <a:pathLst>
                <a:path w="1287637" h="2911659">
                  <a:moveTo>
                    <a:pt x="0" y="643823"/>
                  </a:moveTo>
                  <a:lnTo>
                    <a:pt x="643823" y="0"/>
                  </a:lnTo>
                  <a:lnTo>
                    <a:pt x="1287637" y="643823"/>
                  </a:lnTo>
                  <a:lnTo>
                    <a:pt x="991047" y="643823"/>
                  </a:lnTo>
                  <a:lnTo>
                    <a:pt x="991047" y="903036"/>
                  </a:lnTo>
                  <a:lnTo>
                    <a:pt x="552192" y="464181"/>
                  </a:lnTo>
                  <a:lnTo>
                    <a:pt x="306238" y="464181"/>
                  </a:lnTo>
                  <a:lnTo>
                    <a:pt x="126596" y="643823"/>
                  </a:lnTo>
                  <a:lnTo>
                    <a:pt x="0" y="643823"/>
                  </a:lnTo>
                  <a:moveTo>
                    <a:pt x="893187" y="2911659"/>
                  </a:moveTo>
                  <a:lnTo>
                    <a:pt x="893187" y="1107995"/>
                  </a:lnTo>
                  <a:lnTo>
                    <a:pt x="991047" y="1107995"/>
                  </a:lnTo>
                  <a:lnTo>
                    <a:pt x="991047" y="2911659"/>
                  </a:lnTo>
                  <a:lnTo>
                    <a:pt x="893187" y="2911659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282332" y="1501682"/>
            <a:ext cx="1533595" cy="2911659"/>
            <a:chOff x="5282332" y="1501682"/>
            <a:chExt cx="1533595" cy="2911659"/>
          </a:xfrm>
        </p:grpSpPr>
        <p:sp>
          <p:nvSpPr>
            <p:cNvPr id="6" name="Rounded Rectangle 5"/>
            <p:cNvSpPr/>
            <p:nvPr/>
          </p:nvSpPr>
          <p:spPr>
            <a:xfrm>
              <a:off x="5926153" y="1501682"/>
              <a:ext cx="889774" cy="643820"/>
            </a:xfrm>
            <a:custGeom>
              <a:avLst/>
              <a:gdLst/>
              <a:ahLst/>
              <a:cxnLst/>
              <a:rect l="0" t="0" r="0" b="0"/>
              <a:pathLst>
                <a:path w="889774" h="643820">
                  <a:moveTo>
                    <a:pt x="0" y="0"/>
                  </a:moveTo>
                  <a:lnTo>
                    <a:pt x="245953" y="0"/>
                  </a:lnTo>
                  <a:lnTo>
                    <a:pt x="889774" y="643820"/>
                  </a:lnTo>
                  <a:lnTo>
                    <a:pt x="643820" y="64382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73345" y="2145503"/>
              <a:ext cx="239760" cy="2267838"/>
            </a:xfrm>
            <a:custGeom>
              <a:avLst/>
              <a:gdLst/>
              <a:ahLst/>
              <a:cxnLst/>
              <a:rect l="0" t="0" r="0" b="0"/>
              <a:pathLst>
                <a:path w="239760" h="2267838">
                  <a:moveTo>
                    <a:pt x="0" y="464176"/>
                  </a:moveTo>
                  <a:lnTo>
                    <a:pt x="204998" y="464176"/>
                  </a:lnTo>
                  <a:lnTo>
                    <a:pt x="0" y="259178"/>
                  </a:lnTo>
                  <a:lnTo>
                    <a:pt x="0" y="0"/>
                  </a:lnTo>
                  <a:lnTo>
                    <a:pt x="239760" y="0"/>
                  </a:lnTo>
                  <a:lnTo>
                    <a:pt x="239760" y="2267838"/>
                  </a:lnTo>
                  <a:lnTo>
                    <a:pt x="0" y="2267838"/>
                  </a:lnTo>
                  <a:lnTo>
                    <a:pt x="0" y="464176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82332" y="1501682"/>
              <a:ext cx="1287640" cy="2911659"/>
            </a:xfrm>
            <a:custGeom>
              <a:avLst/>
              <a:gdLst/>
              <a:ahLst/>
              <a:cxnLst/>
              <a:rect l="0" t="0" r="0" b="0"/>
              <a:pathLst>
                <a:path w="1287640" h="2911659">
                  <a:moveTo>
                    <a:pt x="0" y="643820"/>
                  </a:moveTo>
                  <a:lnTo>
                    <a:pt x="643820" y="0"/>
                  </a:lnTo>
                  <a:lnTo>
                    <a:pt x="1287640" y="643820"/>
                  </a:lnTo>
                  <a:lnTo>
                    <a:pt x="991049" y="643820"/>
                  </a:lnTo>
                  <a:lnTo>
                    <a:pt x="991049" y="903035"/>
                  </a:lnTo>
                  <a:lnTo>
                    <a:pt x="552191" y="464177"/>
                  </a:lnTo>
                  <a:lnTo>
                    <a:pt x="306237" y="464177"/>
                  </a:lnTo>
                  <a:lnTo>
                    <a:pt x="126593" y="643820"/>
                  </a:lnTo>
                  <a:lnTo>
                    <a:pt x="0" y="643820"/>
                  </a:lnTo>
                  <a:close/>
                  <a:moveTo>
                    <a:pt x="893190" y="2911659"/>
                  </a:moveTo>
                  <a:lnTo>
                    <a:pt x="893190" y="1107999"/>
                  </a:lnTo>
                  <a:lnTo>
                    <a:pt x="991049" y="1107997"/>
                  </a:lnTo>
                  <a:lnTo>
                    <a:pt x="991049" y="2911659"/>
                  </a:lnTo>
                  <a:lnTo>
                    <a:pt x="893190" y="2911659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44749" y="1965860"/>
            <a:ext cx="1533591" cy="2447477"/>
            <a:chOff x="4944749" y="1965860"/>
            <a:chExt cx="1533591" cy="2447477"/>
          </a:xfrm>
        </p:grpSpPr>
        <p:sp>
          <p:nvSpPr>
            <p:cNvPr id="10" name="Rounded Rectangle 9"/>
            <p:cNvSpPr/>
            <p:nvPr/>
          </p:nvSpPr>
          <p:spPr>
            <a:xfrm>
              <a:off x="5588572" y="1965860"/>
              <a:ext cx="889768" cy="643823"/>
            </a:xfrm>
            <a:custGeom>
              <a:avLst/>
              <a:gdLst/>
              <a:ahLst/>
              <a:cxnLst/>
              <a:rect l="0" t="0" r="0" b="0"/>
              <a:pathLst>
                <a:path w="889768" h="643823">
                  <a:moveTo>
                    <a:pt x="0" y="0"/>
                  </a:moveTo>
                  <a:lnTo>
                    <a:pt x="245954" y="0"/>
                  </a:lnTo>
                  <a:lnTo>
                    <a:pt x="889768" y="643823"/>
                  </a:lnTo>
                  <a:lnTo>
                    <a:pt x="643813" y="643823"/>
                  </a:lnTo>
                  <a:lnTo>
                    <a:pt x="0" y="0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935835" y="2609683"/>
              <a:ext cx="239687" cy="1803653"/>
            </a:xfrm>
            <a:custGeom>
              <a:avLst/>
              <a:gdLst/>
              <a:ahLst/>
              <a:cxnLst/>
              <a:rect l="0" t="0" r="0" b="0"/>
              <a:pathLst>
                <a:path w="239687" h="1803653">
                  <a:moveTo>
                    <a:pt x="0" y="464172"/>
                  </a:moveTo>
                  <a:lnTo>
                    <a:pt x="0" y="1803653"/>
                  </a:lnTo>
                  <a:lnTo>
                    <a:pt x="239687" y="1803653"/>
                  </a:lnTo>
                  <a:lnTo>
                    <a:pt x="239687" y="0"/>
                  </a:lnTo>
                  <a:lnTo>
                    <a:pt x="0" y="0"/>
                  </a:lnTo>
                  <a:lnTo>
                    <a:pt x="0" y="259251"/>
                  </a:lnTo>
                  <a:lnTo>
                    <a:pt x="204920" y="464172"/>
                  </a:lnTo>
                  <a:lnTo>
                    <a:pt x="0" y="464172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944749" y="1965860"/>
              <a:ext cx="1287637" cy="2447477"/>
            </a:xfrm>
            <a:custGeom>
              <a:avLst/>
              <a:gdLst/>
              <a:ahLst/>
              <a:cxnLst/>
              <a:rect l="0" t="0" r="0" b="0"/>
              <a:pathLst>
                <a:path w="1287637" h="2447477">
                  <a:moveTo>
                    <a:pt x="0" y="643823"/>
                  </a:moveTo>
                  <a:lnTo>
                    <a:pt x="643823" y="0"/>
                  </a:lnTo>
                  <a:lnTo>
                    <a:pt x="1287637" y="643823"/>
                  </a:lnTo>
                  <a:lnTo>
                    <a:pt x="991047" y="643823"/>
                  </a:lnTo>
                  <a:lnTo>
                    <a:pt x="991047" y="903036"/>
                  </a:lnTo>
                  <a:lnTo>
                    <a:pt x="552183" y="464181"/>
                  </a:lnTo>
                  <a:lnTo>
                    <a:pt x="306238" y="464181"/>
                  </a:lnTo>
                  <a:lnTo>
                    <a:pt x="126587" y="643823"/>
                  </a:lnTo>
                  <a:lnTo>
                    <a:pt x="0" y="643823"/>
                  </a:lnTo>
                  <a:moveTo>
                    <a:pt x="893187" y="2447477"/>
                  </a:moveTo>
                  <a:lnTo>
                    <a:pt x="991047" y="2447477"/>
                  </a:lnTo>
                  <a:lnTo>
                    <a:pt x="991047" y="1107995"/>
                  </a:lnTo>
                  <a:lnTo>
                    <a:pt x="893187" y="1107995"/>
                  </a:lnTo>
                  <a:lnTo>
                    <a:pt x="893187" y="2447477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944748" y="1965860"/>
            <a:ext cx="1533595" cy="2447482"/>
            <a:chOff x="4944748" y="1965860"/>
            <a:chExt cx="1533595" cy="2447482"/>
          </a:xfrm>
        </p:grpSpPr>
        <p:sp>
          <p:nvSpPr>
            <p:cNvPr id="14" name="Rounded Rectangle 13"/>
            <p:cNvSpPr/>
            <p:nvPr/>
          </p:nvSpPr>
          <p:spPr>
            <a:xfrm>
              <a:off x="5588569" y="1965860"/>
              <a:ext cx="889774" cy="643820"/>
            </a:xfrm>
            <a:custGeom>
              <a:avLst/>
              <a:gdLst/>
              <a:ahLst/>
              <a:cxnLst/>
              <a:rect l="0" t="0" r="0" b="0"/>
              <a:pathLst>
                <a:path w="889774" h="643820">
                  <a:moveTo>
                    <a:pt x="0" y="0"/>
                  </a:moveTo>
                  <a:lnTo>
                    <a:pt x="245953" y="0"/>
                  </a:lnTo>
                  <a:lnTo>
                    <a:pt x="889774" y="643820"/>
                  </a:lnTo>
                  <a:lnTo>
                    <a:pt x="643820" y="64382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935834" y="2609681"/>
              <a:ext cx="239688" cy="1803660"/>
            </a:xfrm>
            <a:custGeom>
              <a:avLst/>
              <a:gdLst/>
              <a:ahLst/>
              <a:cxnLst/>
              <a:rect l="0" t="0" r="0" b="0"/>
              <a:pathLst>
                <a:path w="239688" h="1803660">
                  <a:moveTo>
                    <a:pt x="0" y="464176"/>
                  </a:moveTo>
                  <a:lnTo>
                    <a:pt x="0" y="1803660"/>
                  </a:lnTo>
                  <a:lnTo>
                    <a:pt x="239688" y="1803660"/>
                  </a:lnTo>
                  <a:lnTo>
                    <a:pt x="239688" y="0"/>
                  </a:lnTo>
                  <a:lnTo>
                    <a:pt x="0" y="0"/>
                  </a:lnTo>
                  <a:lnTo>
                    <a:pt x="0" y="259253"/>
                  </a:lnTo>
                  <a:lnTo>
                    <a:pt x="204922" y="464176"/>
                  </a:lnTo>
                  <a:lnTo>
                    <a:pt x="0" y="464176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944748" y="1965860"/>
              <a:ext cx="1287640" cy="2447482"/>
            </a:xfrm>
            <a:custGeom>
              <a:avLst/>
              <a:gdLst/>
              <a:ahLst/>
              <a:cxnLst/>
              <a:rect l="0" t="0" r="0" b="0"/>
              <a:pathLst>
                <a:path w="1287640" h="2447482">
                  <a:moveTo>
                    <a:pt x="0" y="643820"/>
                  </a:moveTo>
                  <a:lnTo>
                    <a:pt x="643820" y="0"/>
                  </a:lnTo>
                  <a:lnTo>
                    <a:pt x="1287640" y="643820"/>
                  </a:lnTo>
                  <a:lnTo>
                    <a:pt x="991049" y="643820"/>
                  </a:lnTo>
                  <a:lnTo>
                    <a:pt x="991049" y="903039"/>
                  </a:lnTo>
                  <a:lnTo>
                    <a:pt x="552187" y="464177"/>
                  </a:lnTo>
                  <a:lnTo>
                    <a:pt x="306234" y="464177"/>
                  </a:lnTo>
                  <a:lnTo>
                    <a:pt x="126591" y="643820"/>
                  </a:lnTo>
                  <a:lnTo>
                    <a:pt x="0" y="643820"/>
                  </a:lnTo>
                  <a:close/>
                  <a:moveTo>
                    <a:pt x="893190" y="2447482"/>
                  </a:moveTo>
                  <a:lnTo>
                    <a:pt x="991049" y="2447482"/>
                  </a:lnTo>
                  <a:lnTo>
                    <a:pt x="991049" y="1107998"/>
                  </a:lnTo>
                  <a:lnTo>
                    <a:pt x="893190" y="1107999"/>
                  </a:lnTo>
                  <a:lnTo>
                    <a:pt x="893190" y="2447482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607165" y="2430038"/>
            <a:ext cx="1533591" cy="1983305"/>
            <a:chOff x="4607165" y="2430038"/>
            <a:chExt cx="1533591" cy="1983305"/>
          </a:xfrm>
        </p:grpSpPr>
        <p:sp>
          <p:nvSpPr>
            <p:cNvPr id="18" name="Rounded Rectangle 17"/>
            <p:cNvSpPr/>
            <p:nvPr/>
          </p:nvSpPr>
          <p:spPr>
            <a:xfrm>
              <a:off x="5250979" y="2430038"/>
              <a:ext cx="889777" cy="643823"/>
            </a:xfrm>
            <a:custGeom>
              <a:avLst/>
              <a:gdLst/>
              <a:ahLst/>
              <a:cxnLst/>
              <a:rect l="0" t="0" r="0" b="0"/>
              <a:pathLst>
                <a:path w="889777" h="643823">
                  <a:moveTo>
                    <a:pt x="0" y="0"/>
                  </a:moveTo>
                  <a:lnTo>
                    <a:pt x="245954" y="0"/>
                  </a:lnTo>
                  <a:lnTo>
                    <a:pt x="889777" y="643823"/>
                  </a:lnTo>
                  <a:lnTo>
                    <a:pt x="643823" y="643823"/>
                  </a:lnTo>
                  <a:lnTo>
                    <a:pt x="0" y="0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598251" y="3073861"/>
              <a:ext cx="239687" cy="1339481"/>
            </a:xfrm>
            <a:custGeom>
              <a:avLst/>
              <a:gdLst/>
              <a:ahLst/>
              <a:cxnLst/>
              <a:rect l="0" t="0" r="0" b="0"/>
              <a:pathLst>
                <a:path w="239687" h="1339481">
                  <a:moveTo>
                    <a:pt x="0" y="464172"/>
                  </a:moveTo>
                  <a:lnTo>
                    <a:pt x="204920" y="464172"/>
                  </a:lnTo>
                  <a:lnTo>
                    <a:pt x="0" y="259251"/>
                  </a:lnTo>
                  <a:lnTo>
                    <a:pt x="0" y="0"/>
                  </a:lnTo>
                  <a:lnTo>
                    <a:pt x="239687" y="0"/>
                  </a:lnTo>
                  <a:lnTo>
                    <a:pt x="239687" y="1339481"/>
                  </a:lnTo>
                  <a:lnTo>
                    <a:pt x="0" y="1339481"/>
                  </a:lnTo>
                  <a:lnTo>
                    <a:pt x="0" y="464172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607165" y="2430038"/>
              <a:ext cx="1287637" cy="1983305"/>
            </a:xfrm>
            <a:custGeom>
              <a:avLst/>
              <a:gdLst/>
              <a:ahLst/>
              <a:cxnLst/>
              <a:rect l="0" t="0" r="0" b="0"/>
              <a:pathLst>
                <a:path w="1287637" h="1983305">
                  <a:moveTo>
                    <a:pt x="643823" y="0"/>
                  </a:moveTo>
                  <a:lnTo>
                    <a:pt x="0" y="643823"/>
                  </a:lnTo>
                  <a:lnTo>
                    <a:pt x="126596" y="643823"/>
                  </a:lnTo>
                  <a:lnTo>
                    <a:pt x="306238" y="464181"/>
                  </a:lnTo>
                  <a:lnTo>
                    <a:pt x="552183" y="464181"/>
                  </a:lnTo>
                  <a:lnTo>
                    <a:pt x="991047" y="903036"/>
                  </a:lnTo>
                  <a:lnTo>
                    <a:pt x="991047" y="643823"/>
                  </a:lnTo>
                  <a:lnTo>
                    <a:pt x="1287637" y="643823"/>
                  </a:lnTo>
                  <a:lnTo>
                    <a:pt x="643823" y="0"/>
                  </a:lnTo>
                  <a:moveTo>
                    <a:pt x="991085" y="1107995"/>
                  </a:moveTo>
                  <a:lnTo>
                    <a:pt x="892397" y="1107995"/>
                  </a:lnTo>
                  <a:lnTo>
                    <a:pt x="892397" y="1983305"/>
                  </a:lnTo>
                  <a:lnTo>
                    <a:pt x="991085" y="1983305"/>
                  </a:lnTo>
                  <a:lnTo>
                    <a:pt x="991085" y="1107995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607165" y="2430038"/>
            <a:ext cx="1533592" cy="1983304"/>
            <a:chOff x="4607165" y="2430038"/>
            <a:chExt cx="1533592" cy="1983304"/>
          </a:xfrm>
        </p:grpSpPr>
        <p:sp>
          <p:nvSpPr>
            <p:cNvPr id="22" name="Rounded Rectangle 21"/>
            <p:cNvSpPr/>
            <p:nvPr/>
          </p:nvSpPr>
          <p:spPr>
            <a:xfrm>
              <a:off x="5250983" y="2430038"/>
              <a:ext cx="889774" cy="643820"/>
            </a:xfrm>
            <a:custGeom>
              <a:avLst/>
              <a:gdLst/>
              <a:ahLst/>
              <a:cxnLst/>
              <a:rect l="0" t="0" r="0" b="0"/>
              <a:pathLst>
                <a:path w="889774" h="643820">
                  <a:moveTo>
                    <a:pt x="0" y="0"/>
                  </a:moveTo>
                  <a:lnTo>
                    <a:pt x="245953" y="0"/>
                  </a:lnTo>
                  <a:lnTo>
                    <a:pt x="889774" y="643820"/>
                  </a:lnTo>
                  <a:lnTo>
                    <a:pt x="643820" y="64382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598250" y="3073859"/>
              <a:ext cx="239688" cy="1339482"/>
            </a:xfrm>
            <a:custGeom>
              <a:avLst/>
              <a:gdLst/>
              <a:ahLst/>
              <a:cxnLst/>
              <a:rect l="0" t="0" r="0" b="0"/>
              <a:pathLst>
                <a:path w="239688" h="1339482">
                  <a:moveTo>
                    <a:pt x="0" y="464176"/>
                  </a:moveTo>
                  <a:lnTo>
                    <a:pt x="204922" y="464176"/>
                  </a:lnTo>
                  <a:lnTo>
                    <a:pt x="0" y="259253"/>
                  </a:lnTo>
                  <a:lnTo>
                    <a:pt x="0" y="0"/>
                  </a:lnTo>
                  <a:lnTo>
                    <a:pt x="239688" y="0"/>
                  </a:lnTo>
                  <a:lnTo>
                    <a:pt x="239688" y="1339482"/>
                  </a:lnTo>
                  <a:lnTo>
                    <a:pt x="0" y="1339482"/>
                  </a:lnTo>
                  <a:lnTo>
                    <a:pt x="0" y="464176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607165" y="2430038"/>
              <a:ext cx="1287640" cy="1983304"/>
            </a:xfrm>
            <a:custGeom>
              <a:avLst/>
              <a:gdLst/>
              <a:ahLst/>
              <a:cxnLst/>
              <a:rect l="0" t="0" r="0" b="0"/>
              <a:pathLst>
                <a:path w="1287640" h="1983304">
                  <a:moveTo>
                    <a:pt x="643820" y="0"/>
                  </a:moveTo>
                  <a:lnTo>
                    <a:pt x="0" y="643820"/>
                  </a:lnTo>
                  <a:lnTo>
                    <a:pt x="126593" y="643820"/>
                  </a:lnTo>
                  <a:lnTo>
                    <a:pt x="306236" y="464177"/>
                  </a:lnTo>
                  <a:lnTo>
                    <a:pt x="552187" y="464177"/>
                  </a:lnTo>
                  <a:lnTo>
                    <a:pt x="991049" y="903038"/>
                  </a:lnTo>
                  <a:lnTo>
                    <a:pt x="991049" y="643820"/>
                  </a:lnTo>
                  <a:lnTo>
                    <a:pt x="1287640" y="643820"/>
                  </a:lnTo>
                  <a:lnTo>
                    <a:pt x="643820" y="0"/>
                  </a:lnTo>
                  <a:close/>
                  <a:moveTo>
                    <a:pt x="991085" y="1107999"/>
                  </a:moveTo>
                  <a:lnTo>
                    <a:pt x="892396" y="1107999"/>
                  </a:lnTo>
                  <a:lnTo>
                    <a:pt x="892396" y="1983304"/>
                  </a:lnTo>
                  <a:lnTo>
                    <a:pt x="991085" y="1983304"/>
                  </a:lnTo>
                  <a:lnTo>
                    <a:pt x="991085" y="1107999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269580" y="2894216"/>
            <a:ext cx="1533591" cy="1519123"/>
            <a:chOff x="4269580" y="2894216"/>
            <a:chExt cx="1533591" cy="1519123"/>
          </a:xfrm>
        </p:grpSpPr>
        <p:sp>
          <p:nvSpPr>
            <p:cNvPr id="26" name="Rounded Rectangle 25"/>
            <p:cNvSpPr/>
            <p:nvPr/>
          </p:nvSpPr>
          <p:spPr>
            <a:xfrm>
              <a:off x="4269580" y="2894216"/>
              <a:ext cx="1287637" cy="1519123"/>
            </a:xfrm>
            <a:custGeom>
              <a:avLst/>
              <a:gdLst/>
              <a:ahLst/>
              <a:cxnLst/>
              <a:rect l="0" t="0" r="0" b="0"/>
              <a:pathLst>
                <a:path w="1287637" h="1519123">
                  <a:moveTo>
                    <a:pt x="0" y="643823"/>
                  </a:moveTo>
                  <a:lnTo>
                    <a:pt x="643823" y="0"/>
                  </a:lnTo>
                  <a:lnTo>
                    <a:pt x="1287637" y="643823"/>
                  </a:lnTo>
                  <a:lnTo>
                    <a:pt x="991047" y="643823"/>
                  </a:lnTo>
                  <a:lnTo>
                    <a:pt x="991047" y="1519123"/>
                  </a:lnTo>
                  <a:lnTo>
                    <a:pt x="325526" y="1519123"/>
                  </a:lnTo>
                  <a:lnTo>
                    <a:pt x="325526" y="643823"/>
                  </a:lnTo>
                  <a:lnTo>
                    <a:pt x="0" y="643823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913394" y="2894216"/>
              <a:ext cx="889777" cy="643823"/>
            </a:xfrm>
            <a:custGeom>
              <a:avLst/>
              <a:gdLst/>
              <a:ahLst/>
              <a:cxnLst/>
              <a:rect l="0" t="0" r="0" b="0"/>
              <a:pathLst>
                <a:path w="889777" h="643823">
                  <a:moveTo>
                    <a:pt x="0" y="0"/>
                  </a:moveTo>
                  <a:lnTo>
                    <a:pt x="245954" y="0"/>
                  </a:lnTo>
                  <a:lnTo>
                    <a:pt x="889777" y="643823"/>
                  </a:lnTo>
                  <a:lnTo>
                    <a:pt x="643823" y="643823"/>
                  </a:lnTo>
                  <a:lnTo>
                    <a:pt x="0" y="0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5260628" y="3538039"/>
              <a:ext cx="238725" cy="875299"/>
            </a:xfrm>
            <a:custGeom>
              <a:avLst/>
              <a:gdLst/>
              <a:ahLst/>
              <a:cxnLst/>
              <a:rect l="0" t="0" r="0" b="0"/>
              <a:pathLst>
                <a:path w="238725" h="875299">
                  <a:moveTo>
                    <a:pt x="0" y="0"/>
                  </a:moveTo>
                  <a:lnTo>
                    <a:pt x="238725" y="0"/>
                  </a:lnTo>
                  <a:lnTo>
                    <a:pt x="238725" y="875299"/>
                  </a:lnTo>
                  <a:lnTo>
                    <a:pt x="0" y="875299"/>
                  </a:lnTo>
                  <a:lnTo>
                    <a:pt x="0" y="0"/>
                  </a:lnTo>
                </a:path>
              </a:pathLst>
            </a:custGeom>
            <a:solidFill>
              <a:srgbClr val="16387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269580" y="2894216"/>
            <a:ext cx="1533592" cy="1519127"/>
            <a:chOff x="4269580" y="2894216"/>
            <a:chExt cx="1533592" cy="1519127"/>
          </a:xfrm>
        </p:grpSpPr>
        <p:sp>
          <p:nvSpPr>
            <p:cNvPr id="30" name="Rounded Rectangle 29"/>
            <p:cNvSpPr/>
            <p:nvPr/>
          </p:nvSpPr>
          <p:spPr>
            <a:xfrm>
              <a:off x="4269580" y="2894216"/>
              <a:ext cx="1287640" cy="1519126"/>
            </a:xfrm>
            <a:custGeom>
              <a:avLst/>
              <a:gdLst/>
              <a:ahLst/>
              <a:cxnLst/>
              <a:rect l="0" t="0" r="0" b="0"/>
              <a:pathLst>
                <a:path w="1287640" h="1519126">
                  <a:moveTo>
                    <a:pt x="0" y="643820"/>
                  </a:moveTo>
                  <a:lnTo>
                    <a:pt x="643820" y="0"/>
                  </a:lnTo>
                  <a:lnTo>
                    <a:pt x="1287640" y="643820"/>
                  </a:lnTo>
                  <a:lnTo>
                    <a:pt x="991049" y="643820"/>
                  </a:lnTo>
                  <a:lnTo>
                    <a:pt x="991049" y="1519126"/>
                  </a:lnTo>
                  <a:lnTo>
                    <a:pt x="325527" y="1519126"/>
                  </a:lnTo>
                  <a:lnTo>
                    <a:pt x="325527" y="643820"/>
                  </a:lnTo>
                  <a:lnTo>
                    <a:pt x="0" y="643820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913398" y="2894216"/>
              <a:ext cx="889774" cy="643820"/>
            </a:xfrm>
            <a:custGeom>
              <a:avLst/>
              <a:gdLst/>
              <a:ahLst/>
              <a:cxnLst/>
              <a:rect l="0" t="0" r="0" b="0"/>
              <a:pathLst>
                <a:path w="889774" h="643820">
                  <a:moveTo>
                    <a:pt x="0" y="0"/>
                  </a:moveTo>
                  <a:lnTo>
                    <a:pt x="245953" y="0"/>
                  </a:lnTo>
                  <a:lnTo>
                    <a:pt x="889774" y="643820"/>
                  </a:lnTo>
                  <a:lnTo>
                    <a:pt x="643820" y="64382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5260632" y="3538037"/>
              <a:ext cx="238719" cy="875306"/>
            </a:xfrm>
            <a:custGeom>
              <a:avLst/>
              <a:gdLst/>
              <a:ahLst/>
              <a:cxnLst/>
              <a:rect l="0" t="0" r="0" b="0"/>
              <a:pathLst>
                <a:path w="238719" h="875306">
                  <a:moveTo>
                    <a:pt x="0" y="0"/>
                  </a:moveTo>
                  <a:lnTo>
                    <a:pt x="238719" y="0"/>
                  </a:lnTo>
                  <a:lnTo>
                    <a:pt x="238719" y="875306"/>
                  </a:lnTo>
                  <a:lnTo>
                    <a:pt x="0" y="875306"/>
                  </a:lnTo>
                  <a:close/>
                </a:path>
              </a:pathLst>
            </a:custGeom>
            <a:noFill/>
            <a:ln w="5271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11907" y="371475"/>
            <a:ext cx="8920185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163876"/>
                </a:solidFill>
                <a:latin typeface="Aboreto"/>
              </a:rPr>
              <a:t>High-Level Architecture Overview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35507" y="1339932"/>
            <a:ext cx="323517" cy="281319"/>
          </a:xfrm>
          <a:custGeom>
            <a:avLst/>
            <a:gdLst/>
            <a:ahLst/>
            <a:cxnLst/>
            <a:rect l="0" t="0" r="0" b="0"/>
            <a:pathLst>
              <a:path w="323517" h="281319">
                <a:moveTo>
                  <a:pt x="63296" y="281319"/>
                </a:moveTo>
                <a:lnTo>
                  <a:pt x="260220" y="281319"/>
                </a:lnTo>
                <a:moveTo>
                  <a:pt x="154725" y="253187"/>
                </a:moveTo>
                <a:lnTo>
                  <a:pt x="154725" y="281319"/>
                </a:lnTo>
                <a:moveTo>
                  <a:pt x="0" y="196923"/>
                </a:moveTo>
                <a:lnTo>
                  <a:pt x="323517" y="196923"/>
                </a:lnTo>
                <a:moveTo>
                  <a:pt x="21098" y="0"/>
                </a:moveTo>
                <a:lnTo>
                  <a:pt x="302418" y="0"/>
                </a:lnTo>
                <a:cubicBezTo>
                  <a:pt x="302418" y="0"/>
                  <a:pt x="323517" y="0"/>
                  <a:pt x="323517" y="21098"/>
                </a:cubicBezTo>
                <a:lnTo>
                  <a:pt x="323517" y="232088"/>
                </a:lnTo>
                <a:cubicBezTo>
                  <a:pt x="323517" y="232088"/>
                  <a:pt x="323517" y="253187"/>
                  <a:pt x="302418" y="253187"/>
                </a:cubicBezTo>
                <a:lnTo>
                  <a:pt x="21098" y="253187"/>
                </a:lnTo>
                <a:cubicBezTo>
                  <a:pt x="21098" y="253187"/>
                  <a:pt x="0" y="253187"/>
                  <a:pt x="0" y="232088"/>
                </a:cubicBezTo>
                <a:lnTo>
                  <a:pt x="0" y="21098"/>
                </a:lnTo>
                <a:cubicBezTo>
                  <a:pt x="0" y="21098"/>
                  <a:pt x="0" y="0"/>
                  <a:pt x="21098" y="0"/>
                </a:cubicBezTo>
                <a:moveTo>
                  <a:pt x="56263" y="42197"/>
                </a:moveTo>
                <a:lnTo>
                  <a:pt x="56263" y="154725"/>
                </a:lnTo>
                <a:lnTo>
                  <a:pt x="112527" y="154725"/>
                </a:lnTo>
                <a:lnTo>
                  <a:pt x="112527" y="42197"/>
                </a:lnTo>
                <a:close/>
                <a:moveTo>
                  <a:pt x="154725" y="49230"/>
                </a:moveTo>
                <a:lnTo>
                  <a:pt x="267942" y="49230"/>
                </a:lnTo>
                <a:moveTo>
                  <a:pt x="154725" y="98785"/>
                </a:moveTo>
                <a:lnTo>
                  <a:pt x="267942" y="98785"/>
                </a:lnTo>
                <a:moveTo>
                  <a:pt x="154725" y="147692"/>
                </a:moveTo>
                <a:lnTo>
                  <a:pt x="232778" y="147692"/>
                </a:lnTo>
              </a:path>
            </a:pathLst>
          </a:custGeom>
          <a:noFill/>
          <a:ln w="5271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69504" y="1311803"/>
            <a:ext cx="1371540" cy="135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163876"/>
                </a:solidFill>
                <a:latin typeface="Aboreto"/>
              </a:rPr>
              <a:t>Presentation Layer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2769504" y="1550213"/>
            <a:ext cx="1256938" cy="341822"/>
            <a:chOff x="2769504" y="1550213"/>
            <a:chExt cx="1256938" cy="341822"/>
          </a:xfrm>
        </p:grpSpPr>
        <p:sp>
          <p:nvSpPr>
            <p:cNvPr id="37" name="TextBox 36"/>
            <p:cNvSpPr txBox="1"/>
            <p:nvPr/>
          </p:nvSpPr>
          <p:spPr>
            <a:xfrm>
              <a:off x="2769504" y="1550213"/>
              <a:ext cx="1445478" cy="113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Streamlit UI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769504" y="1664131"/>
              <a:ext cx="1445478" cy="113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(streamlit_app.py) for user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769504" y="1778050"/>
              <a:ext cx="1445478" cy="1139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interaction and rendering.</a:t>
              </a:r>
            </a:p>
          </p:txBody>
        </p:sp>
      </p:grpSp>
      <p:sp>
        <p:nvSpPr>
          <p:cNvPr id="41" name="Rounded Rectangle 40"/>
          <p:cNvSpPr/>
          <p:nvPr/>
        </p:nvSpPr>
        <p:spPr>
          <a:xfrm>
            <a:off x="2328474" y="2079803"/>
            <a:ext cx="327032" cy="327034"/>
          </a:xfrm>
          <a:custGeom>
            <a:avLst/>
            <a:gdLst/>
            <a:ahLst/>
            <a:cxnLst/>
            <a:rect l="0" t="0" r="0" b="0"/>
            <a:pathLst>
              <a:path w="327032" h="327034">
                <a:moveTo>
                  <a:pt x="45714" y="80879"/>
                </a:moveTo>
                <a:cubicBezTo>
                  <a:pt x="65135" y="80879"/>
                  <a:pt x="80879" y="65135"/>
                  <a:pt x="80879" y="45714"/>
                </a:cubicBezTo>
                <a:cubicBezTo>
                  <a:pt x="80879" y="26293"/>
                  <a:pt x="65135" y="10549"/>
                  <a:pt x="45714" y="10549"/>
                </a:cubicBezTo>
                <a:cubicBezTo>
                  <a:pt x="26293" y="10549"/>
                  <a:pt x="10549" y="26293"/>
                  <a:pt x="10549" y="45714"/>
                </a:cubicBezTo>
                <a:cubicBezTo>
                  <a:pt x="10549" y="65135"/>
                  <a:pt x="26293" y="80879"/>
                  <a:pt x="45714" y="80879"/>
                </a:cubicBezTo>
                <a:close/>
                <a:moveTo>
                  <a:pt x="45715" y="327034"/>
                </a:moveTo>
                <a:cubicBezTo>
                  <a:pt x="65136" y="327034"/>
                  <a:pt x="80880" y="311290"/>
                  <a:pt x="80880" y="291869"/>
                </a:cubicBezTo>
                <a:cubicBezTo>
                  <a:pt x="80880" y="272448"/>
                  <a:pt x="65136" y="256704"/>
                  <a:pt x="45715" y="256704"/>
                </a:cubicBezTo>
                <a:cubicBezTo>
                  <a:pt x="26294" y="256704"/>
                  <a:pt x="10550" y="272448"/>
                  <a:pt x="10550" y="291869"/>
                </a:cubicBezTo>
                <a:cubicBezTo>
                  <a:pt x="10550" y="311290"/>
                  <a:pt x="26294" y="327034"/>
                  <a:pt x="45715" y="327034"/>
                </a:cubicBezTo>
                <a:close/>
                <a:moveTo>
                  <a:pt x="154022" y="203956"/>
                </a:moveTo>
                <a:cubicBezTo>
                  <a:pt x="173443" y="203956"/>
                  <a:pt x="189187" y="188212"/>
                  <a:pt x="189187" y="168791"/>
                </a:cubicBezTo>
                <a:cubicBezTo>
                  <a:pt x="189187" y="149370"/>
                  <a:pt x="173443" y="133626"/>
                  <a:pt x="154022" y="133626"/>
                </a:cubicBezTo>
                <a:cubicBezTo>
                  <a:pt x="134601" y="133626"/>
                  <a:pt x="118857" y="149370"/>
                  <a:pt x="118857" y="168791"/>
                </a:cubicBezTo>
                <a:cubicBezTo>
                  <a:pt x="118857" y="188212"/>
                  <a:pt x="134601" y="203956"/>
                  <a:pt x="154022" y="203956"/>
                </a:cubicBezTo>
                <a:close/>
                <a:moveTo>
                  <a:pt x="132923" y="43612"/>
                </a:moveTo>
                <a:lnTo>
                  <a:pt x="162462" y="77371"/>
                </a:lnTo>
                <a:lnTo>
                  <a:pt x="245296" y="77371"/>
                </a:lnTo>
                <a:moveTo>
                  <a:pt x="0" y="0"/>
                </a:moveTo>
                <a:moveTo>
                  <a:pt x="69374" y="71669"/>
                </a:moveTo>
                <a:lnTo>
                  <a:pt x="130227" y="142913"/>
                </a:lnTo>
                <a:moveTo>
                  <a:pt x="0" y="0"/>
                </a:moveTo>
                <a:moveTo>
                  <a:pt x="69370" y="265924"/>
                </a:moveTo>
                <a:lnTo>
                  <a:pt x="130220" y="194684"/>
                </a:lnTo>
                <a:moveTo>
                  <a:pt x="0" y="0"/>
                </a:moveTo>
                <a:moveTo>
                  <a:pt x="217319" y="49230"/>
                </a:moveTo>
                <a:lnTo>
                  <a:pt x="245451" y="77362"/>
                </a:lnTo>
                <a:lnTo>
                  <a:pt x="217319" y="105494"/>
                </a:lnTo>
                <a:moveTo>
                  <a:pt x="231384" y="168791"/>
                </a:moveTo>
                <a:lnTo>
                  <a:pt x="327032" y="168791"/>
                </a:lnTo>
                <a:moveTo>
                  <a:pt x="0" y="0"/>
                </a:moveTo>
                <a:moveTo>
                  <a:pt x="298900" y="140659"/>
                </a:moveTo>
                <a:lnTo>
                  <a:pt x="327032" y="168791"/>
                </a:lnTo>
                <a:lnTo>
                  <a:pt x="298900" y="196923"/>
                </a:lnTo>
                <a:moveTo>
                  <a:pt x="0" y="0"/>
                </a:moveTo>
                <a:moveTo>
                  <a:pt x="132923" y="293979"/>
                </a:moveTo>
                <a:lnTo>
                  <a:pt x="162562" y="260220"/>
                </a:lnTo>
                <a:lnTo>
                  <a:pt x="245451" y="260220"/>
                </a:lnTo>
                <a:moveTo>
                  <a:pt x="0" y="0"/>
                </a:moveTo>
                <a:moveTo>
                  <a:pt x="217319" y="288352"/>
                </a:moveTo>
                <a:lnTo>
                  <a:pt x="245451" y="260220"/>
                </a:lnTo>
                <a:lnTo>
                  <a:pt x="217319" y="232088"/>
                </a:lnTo>
              </a:path>
            </a:pathLst>
          </a:custGeom>
          <a:noFill/>
          <a:ln w="5271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69504" y="2079806"/>
            <a:ext cx="1260907" cy="135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163876"/>
                </a:solidFill>
                <a:latin typeface="Aboreto"/>
              </a:rPr>
              <a:t>Application Layer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2769504" y="2318216"/>
            <a:ext cx="1182766" cy="341822"/>
            <a:chOff x="2769504" y="2318216"/>
            <a:chExt cx="1182766" cy="341822"/>
          </a:xfrm>
        </p:grpSpPr>
        <p:sp>
          <p:nvSpPr>
            <p:cNvPr id="43" name="TextBox 42"/>
            <p:cNvSpPr txBox="1"/>
            <p:nvPr/>
          </p:nvSpPr>
          <p:spPr>
            <a:xfrm>
              <a:off x="2769504" y="2318216"/>
              <a:ext cx="1360180" cy="113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Page controllers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769504" y="2432135"/>
              <a:ext cx="1360180" cy="113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(pages/*.py) managing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69504" y="2546053"/>
              <a:ext cx="1360180" cy="1139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session state and routing.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2338321" y="2857648"/>
            <a:ext cx="316484" cy="317891"/>
          </a:xfrm>
          <a:custGeom>
            <a:avLst/>
            <a:gdLst/>
            <a:ahLst/>
            <a:cxnLst/>
            <a:rect l="0" t="0" r="0" b="0"/>
            <a:pathLst>
              <a:path w="316484" h="317891">
                <a:moveTo>
                  <a:pt x="303881" y="181451"/>
                </a:moveTo>
                <a:cubicBezTo>
                  <a:pt x="310883" y="180044"/>
                  <a:pt x="316484" y="174418"/>
                  <a:pt x="316484" y="167385"/>
                </a:cubicBezTo>
                <a:lnTo>
                  <a:pt x="316484" y="150505"/>
                </a:lnTo>
                <a:cubicBezTo>
                  <a:pt x="316484" y="143472"/>
                  <a:pt x="310883" y="137846"/>
                  <a:pt x="303881" y="136439"/>
                </a:cubicBezTo>
                <a:lnTo>
                  <a:pt x="284276" y="133626"/>
                </a:lnTo>
                <a:cubicBezTo>
                  <a:pt x="278675" y="132220"/>
                  <a:pt x="274473" y="129407"/>
                  <a:pt x="273072" y="123781"/>
                </a:cubicBezTo>
                <a:lnTo>
                  <a:pt x="264671" y="102682"/>
                </a:lnTo>
                <a:cubicBezTo>
                  <a:pt x="261870" y="98462"/>
                  <a:pt x="263270" y="91429"/>
                  <a:pt x="266070" y="87209"/>
                </a:cubicBezTo>
                <a:lnTo>
                  <a:pt x="278673" y="70329"/>
                </a:lnTo>
                <a:cubicBezTo>
                  <a:pt x="282875" y="64703"/>
                  <a:pt x="282875" y="56264"/>
                  <a:pt x="277274" y="52044"/>
                </a:cubicBezTo>
                <a:lnTo>
                  <a:pt x="264671" y="39385"/>
                </a:lnTo>
                <a:cubicBezTo>
                  <a:pt x="259068" y="33758"/>
                  <a:pt x="252067" y="33758"/>
                  <a:pt x="246465" y="37978"/>
                </a:cubicBezTo>
                <a:lnTo>
                  <a:pt x="229660" y="50637"/>
                </a:lnTo>
                <a:cubicBezTo>
                  <a:pt x="225460" y="53450"/>
                  <a:pt x="219859" y="54857"/>
                  <a:pt x="214257" y="52044"/>
                </a:cubicBezTo>
                <a:cubicBezTo>
                  <a:pt x="207255" y="49231"/>
                  <a:pt x="200254" y="46417"/>
                  <a:pt x="193252" y="43604"/>
                </a:cubicBezTo>
                <a:cubicBezTo>
                  <a:pt x="187649" y="42198"/>
                  <a:pt x="184849" y="37978"/>
                  <a:pt x="183449" y="32352"/>
                </a:cubicBezTo>
                <a:lnTo>
                  <a:pt x="180647" y="12659"/>
                </a:lnTo>
                <a:cubicBezTo>
                  <a:pt x="179248" y="5626"/>
                  <a:pt x="173645" y="0"/>
                  <a:pt x="166643" y="0"/>
                </a:cubicBezTo>
                <a:lnTo>
                  <a:pt x="149840" y="0"/>
                </a:lnTo>
                <a:cubicBezTo>
                  <a:pt x="142838" y="0"/>
                  <a:pt x="137237" y="5626"/>
                  <a:pt x="135836" y="12659"/>
                </a:cubicBezTo>
                <a:lnTo>
                  <a:pt x="133035" y="32352"/>
                </a:lnTo>
                <a:cubicBezTo>
                  <a:pt x="131634" y="37978"/>
                  <a:pt x="128834" y="42198"/>
                  <a:pt x="123233" y="43604"/>
                </a:cubicBezTo>
                <a:cubicBezTo>
                  <a:pt x="116231" y="46417"/>
                  <a:pt x="109229" y="49231"/>
                  <a:pt x="102227" y="52044"/>
                </a:cubicBezTo>
                <a:cubicBezTo>
                  <a:pt x="98026" y="54857"/>
                  <a:pt x="91024" y="53450"/>
                  <a:pt x="86823" y="50637"/>
                </a:cubicBezTo>
                <a:lnTo>
                  <a:pt x="70018" y="37978"/>
                </a:lnTo>
                <a:cubicBezTo>
                  <a:pt x="64417" y="33758"/>
                  <a:pt x="56015" y="33758"/>
                  <a:pt x="51814" y="39385"/>
                </a:cubicBezTo>
                <a:lnTo>
                  <a:pt x="39210" y="52044"/>
                </a:lnTo>
                <a:cubicBezTo>
                  <a:pt x="33609" y="57670"/>
                  <a:pt x="33609" y="64703"/>
                  <a:pt x="37810" y="70329"/>
                </a:cubicBezTo>
                <a:lnTo>
                  <a:pt x="50413" y="87209"/>
                </a:lnTo>
                <a:cubicBezTo>
                  <a:pt x="53214" y="91429"/>
                  <a:pt x="54614" y="97055"/>
                  <a:pt x="51814" y="102682"/>
                </a:cubicBezTo>
                <a:cubicBezTo>
                  <a:pt x="49013" y="109715"/>
                  <a:pt x="46212" y="116748"/>
                  <a:pt x="43411" y="123781"/>
                </a:cubicBezTo>
                <a:cubicBezTo>
                  <a:pt x="42011" y="129407"/>
                  <a:pt x="37810" y="132220"/>
                  <a:pt x="32208" y="133626"/>
                </a:cubicBezTo>
                <a:lnTo>
                  <a:pt x="12603" y="136439"/>
                </a:lnTo>
                <a:cubicBezTo>
                  <a:pt x="5601" y="137846"/>
                  <a:pt x="0" y="143472"/>
                  <a:pt x="0" y="150505"/>
                </a:cubicBezTo>
                <a:lnTo>
                  <a:pt x="0" y="167385"/>
                </a:lnTo>
                <a:cubicBezTo>
                  <a:pt x="0" y="174418"/>
                  <a:pt x="5601" y="180044"/>
                  <a:pt x="12603" y="181451"/>
                </a:cubicBezTo>
                <a:lnTo>
                  <a:pt x="32208" y="184264"/>
                </a:lnTo>
                <a:cubicBezTo>
                  <a:pt x="37810" y="185670"/>
                  <a:pt x="42011" y="188484"/>
                  <a:pt x="43411" y="194110"/>
                </a:cubicBezTo>
                <a:cubicBezTo>
                  <a:pt x="46212" y="201143"/>
                  <a:pt x="49013" y="208176"/>
                  <a:pt x="51814" y="215209"/>
                </a:cubicBezTo>
                <a:cubicBezTo>
                  <a:pt x="54614" y="219429"/>
                  <a:pt x="53214" y="226462"/>
                  <a:pt x="50413" y="230682"/>
                </a:cubicBezTo>
                <a:lnTo>
                  <a:pt x="37810" y="247561"/>
                </a:lnTo>
                <a:cubicBezTo>
                  <a:pt x="33609" y="253187"/>
                  <a:pt x="33609" y="261627"/>
                  <a:pt x="39210" y="265847"/>
                </a:cubicBezTo>
                <a:lnTo>
                  <a:pt x="51814" y="278506"/>
                </a:lnTo>
                <a:cubicBezTo>
                  <a:pt x="57415" y="284132"/>
                  <a:pt x="64417" y="284132"/>
                  <a:pt x="70018" y="279913"/>
                </a:cubicBezTo>
                <a:lnTo>
                  <a:pt x="86823" y="267253"/>
                </a:lnTo>
                <a:cubicBezTo>
                  <a:pt x="91024" y="264440"/>
                  <a:pt x="96626" y="263033"/>
                  <a:pt x="102227" y="265847"/>
                </a:cubicBezTo>
                <a:cubicBezTo>
                  <a:pt x="109229" y="268660"/>
                  <a:pt x="116231" y="271473"/>
                  <a:pt x="123233" y="274286"/>
                </a:cubicBezTo>
                <a:cubicBezTo>
                  <a:pt x="128834" y="275693"/>
                  <a:pt x="131634" y="279913"/>
                  <a:pt x="133035" y="285539"/>
                </a:cubicBezTo>
                <a:lnTo>
                  <a:pt x="135836" y="305231"/>
                </a:lnTo>
                <a:cubicBezTo>
                  <a:pt x="137237" y="312264"/>
                  <a:pt x="142838" y="317891"/>
                  <a:pt x="149840" y="317891"/>
                </a:cubicBezTo>
                <a:lnTo>
                  <a:pt x="166643" y="317891"/>
                </a:lnTo>
                <a:cubicBezTo>
                  <a:pt x="173645" y="317891"/>
                  <a:pt x="179248" y="312264"/>
                  <a:pt x="180647" y="305231"/>
                </a:cubicBezTo>
                <a:lnTo>
                  <a:pt x="183449" y="285539"/>
                </a:lnTo>
                <a:cubicBezTo>
                  <a:pt x="184849" y="279913"/>
                  <a:pt x="187649" y="275693"/>
                  <a:pt x="193252" y="274286"/>
                </a:cubicBezTo>
                <a:cubicBezTo>
                  <a:pt x="200254" y="271473"/>
                  <a:pt x="207255" y="268660"/>
                  <a:pt x="214257" y="265847"/>
                </a:cubicBezTo>
                <a:cubicBezTo>
                  <a:pt x="218458" y="263033"/>
                  <a:pt x="225460" y="264440"/>
                  <a:pt x="229660" y="267253"/>
                </a:cubicBezTo>
                <a:lnTo>
                  <a:pt x="246465" y="279913"/>
                </a:lnTo>
                <a:cubicBezTo>
                  <a:pt x="252067" y="284132"/>
                  <a:pt x="260469" y="284132"/>
                  <a:pt x="264671" y="278506"/>
                </a:cubicBezTo>
                <a:lnTo>
                  <a:pt x="277274" y="265847"/>
                </a:lnTo>
                <a:cubicBezTo>
                  <a:pt x="282875" y="260220"/>
                  <a:pt x="282875" y="253187"/>
                  <a:pt x="278673" y="247561"/>
                </a:cubicBezTo>
                <a:lnTo>
                  <a:pt x="266070" y="230682"/>
                </a:lnTo>
                <a:cubicBezTo>
                  <a:pt x="263270" y="226462"/>
                  <a:pt x="261870" y="220835"/>
                  <a:pt x="264671" y="215209"/>
                </a:cubicBezTo>
                <a:lnTo>
                  <a:pt x="273072" y="194110"/>
                </a:lnTo>
                <a:cubicBezTo>
                  <a:pt x="274473" y="188484"/>
                  <a:pt x="278675" y="185670"/>
                  <a:pt x="284276" y="184264"/>
                </a:cubicBezTo>
                <a:close/>
                <a:moveTo>
                  <a:pt x="102681" y="112702"/>
                </a:moveTo>
                <a:cubicBezTo>
                  <a:pt x="102681" y="108482"/>
                  <a:pt x="104088" y="105669"/>
                  <a:pt x="106901" y="104262"/>
                </a:cubicBezTo>
                <a:cubicBezTo>
                  <a:pt x="115341" y="101449"/>
                  <a:pt x="133626" y="94416"/>
                  <a:pt x="157538" y="94416"/>
                </a:cubicBezTo>
                <a:cubicBezTo>
                  <a:pt x="181451" y="94416"/>
                  <a:pt x="199736" y="100042"/>
                  <a:pt x="208176" y="104262"/>
                </a:cubicBezTo>
                <a:cubicBezTo>
                  <a:pt x="212396" y="105669"/>
                  <a:pt x="213802" y="109889"/>
                  <a:pt x="213802" y="112702"/>
                </a:cubicBezTo>
                <a:lnTo>
                  <a:pt x="213802" y="156306"/>
                </a:lnTo>
                <a:cubicBezTo>
                  <a:pt x="213802" y="184438"/>
                  <a:pt x="196923" y="209757"/>
                  <a:pt x="170198" y="219603"/>
                </a:cubicBezTo>
                <a:lnTo>
                  <a:pt x="164571" y="222416"/>
                </a:lnTo>
                <a:cubicBezTo>
                  <a:pt x="160352" y="223823"/>
                  <a:pt x="156132" y="223823"/>
                  <a:pt x="151912" y="222416"/>
                </a:cubicBezTo>
                <a:lnTo>
                  <a:pt x="146286" y="219603"/>
                </a:lnTo>
                <a:cubicBezTo>
                  <a:pt x="119560" y="209757"/>
                  <a:pt x="102681" y="184438"/>
                  <a:pt x="102681" y="156306"/>
                </a:cubicBezTo>
                <a:close/>
                <a:moveTo>
                  <a:pt x="158242" y="223469"/>
                </a:moveTo>
                <a:lnTo>
                  <a:pt x="158242" y="94416"/>
                </a:lnTo>
              </a:path>
            </a:pathLst>
          </a:custGeom>
          <a:noFill/>
          <a:ln w="5271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69504" y="2847810"/>
            <a:ext cx="976515" cy="135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163876"/>
                </a:solidFill>
                <a:latin typeface="Aboreto"/>
              </a:rPr>
              <a:t>Domain Layer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2769504" y="3092538"/>
            <a:ext cx="1314450" cy="455761"/>
            <a:chOff x="2769504" y="3092538"/>
            <a:chExt cx="1314450" cy="455761"/>
          </a:xfrm>
        </p:grpSpPr>
        <p:sp>
          <p:nvSpPr>
            <p:cNvPr id="49" name="TextBox 48"/>
            <p:cNvSpPr txBox="1"/>
            <p:nvPr/>
          </p:nvSpPr>
          <p:spPr>
            <a:xfrm>
              <a:off x="2769504" y="3092538"/>
              <a:ext cx="1511617" cy="113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Core logic (budget_planner,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69504" y="3206457"/>
              <a:ext cx="1511617" cy="113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cyberguard, cybersec) with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769504" y="3320376"/>
              <a:ext cx="1511617" cy="113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zero framework imports for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69504" y="3434295"/>
              <a:ext cx="1511617" cy="1140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100% testability.</a:t>
              </a:r>
            </a:p>
          </p:txBody>
        </p:sp>
      </p:grpSp>
      <p:sp>
        <p:nvSpPr>
          <p:cNvPr id="54" name="Rounded Rectangle 53"/>
          <p:cNvSpPr/>
          <p:nvPr/>
        </p:nvSpPr>
        <p:spPr>
          <a:xfrm>
            <a:off x="2349573" y="3756483"/>
            <a:ext cx="295385" cy="316484"/>
          </a:xfrm>
          <a:custGeom>
            <a:avLst/>
            <a:gdLst/>
            <a:ahLst/>
            <a:cxnLst/>
            <a:rect l="0" t="0" r="0" b="0"/>
            <a:pathLst>
              <a:path w="295385" h="316484">
                <a:moveTo>
                  <a:pt x="42240" y="42197"/>
                </a:moveTo>
                <a:cubicBezTo>
                  <a:pt x="42240" y="65503"/>
                  <a:pt x="95769" y="84395"/>
                  <a:pt x="161801" y="84395"/>
                </a:cubicBezTo>
                <a:cubicBezTo>
                  <a:pt x="227832" y="84395"/>
                  <a:pt x="281361" y="65503"/>
                  <a:pt x="281361" y="42197"/>
                </a:cubicBezTo>
                <a:cubicBezTo>
                  <a:pt x="281361" y="18892"/>
                  <a:pt x="227832" y="0"/>
                  <a:pt x="161801" y="0"/>
                </a:cubicBezTo>
                <a:cubicBezTo>
                  <a:pt x="95769" y="0"/>
                  <a:pt x="42240" y="18892"/>
                  <a:pt x="42240" y="42197"/>
                </a:cubicBezTo>
                <a:close/>
                <a:moveTo>
                  <a:pt x="42197" y="98447"/>
                </a:moveTo>
                <a:cubicBezTo>
                  <a:pt x="42197" y="121769"/>
                  <a:pt x="95733" y="140645"/>
                  <a:pt x="161758" y="140645"/>
                </a:cubicBezTo>
                <a:cubicBezTo>
                  <a:pt x="227784" y="140645"/>
                  <a:pt x="281319" y="121755"/>
                  <a:pt x="281319" y="98447"/>
                </a:cubicBezTo>
                <a:moveTo>
                  <a:pt x="42197" y="154711"/>
                </a:moveTo>
                <a:cubicBezTo>
                  <a:pt x="42197" y="178019"/>
                  <a:pt x="95733" y="196909"/>
                  <a:pt x="161758" y="196909"/>
                </a:cubicBezTo>
                <a:cubicBezTo>
                  <a:pt x="227784" y="196909"/>
                  <a:pt x="281319" y="178019"/>
                  <a:pt x="281319" y="154711"/>
                </a:cubicBezTo>
                <a:moveTo>
                  <a:pt x="281319" y="42183"/>
                </a:moveTo>
                <a:lnTo>
                  <a:pt x="281319" y="210975"/>
                </a:lnTo>
                <a:cubicBezTo>
                  <a:pt x="281319" y="234283"/>
                  <a:pt x="227784" y="253173"/>
                  <a:pt x="161758" y="253173"/>
                </a:cubicBezTo>
                <a:cubicBezTo>
                  <a:pt x="95733" y="253173"/>
                  <a:pt x="42197" y="234283"/>
                  <a:pt x="42197" y="210975"/>
                </a:cubicBezTo>
                <a:lnTo>
                  <a:pt x="42197" y="42183"/>
                </a:lnTo>
                <a:moveTo>
                  <a:pt x="0" y="295385"/>
                </a:moveTo>
                <a:lnTo>
                  <a:pt x="133626" y="295385"/>
                </a:lnTo>
                <a:moveTo>
                  <a:pt x="154768" y="253187"/>
                </a:moveTo>
                <a:lnTo>
                  <a:pt x="154768" y="274286"/>
                </a:lnTo>
                <a:moveTo>
                  <a:pt x="133626" y="295385"/>
                </a:moveTo>
                <a:cubicBezTo>
                  <a:pt x="133626" y="307038"/>
                  <a:pt x="143073" y="316484"/>
                  <a:pt x="154725" y="316484"/>
                </a:cubicBezTo>
                <a:cubicBezTo>
                  <a:pt x="166378" y="316484"/>
                  <a:pt x="175824" y="307038"/>
                  <a:pt x="175824" y="295385"/>
                </a:cubicBezTo>
                <a:cubicBezTo>
                  <a:pt x="175824" y="283733"/>
                  <a:pt x="166378" y="274286"/>
                  <a:pt x="154725" y="274286"/>
                </a:cubicBezTo>
                <a:cubicBezTo>
                  <a:pt x="143073" y="274286"/>
                  <a:pt x="133626" y="283733"/>
                  <a:pt x="133626" y="295385"/>
                </a:cubicBezTo>
                <a:close/>
                <a:moveTo>
                  <a:pt x="175824" y="295385"/>
                </a:moveTo>
                <a:lnTo>
                  <a:pt x="295385" y="295385"/>
                </a:lnTo>
              </a:path>
            </a:pathLst>
          </a:custGeom>
          <a:noFill/>
          <a:ln w="5271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7" name="Group 56"/>
          <p:cNvGrpSpPr/>
          <p:nvPr/>
        </p:nvGrpSpPr>
        <p:grpSpPr>
          <a:xfrm>
            <a:off x="2769504" y="3742402"/>
            <a:ext cx="1035719" cy="270051"/>
            <a:chOff x="2769504" y="3742402"/>
            <a:chExt cx="1035719" cy="270051"/>
          </a:xfrm>
        </p:grpSpPr>
        <p:sp>
          <p:nvSpPr>
            <p:cNvPr id="55" name="TextBox 54"/>
            <p:cNvSpPr txBox="1"/>
            <p:nvPr/>
          </p:nvSpPr>
          <p:spPr>
            <a:xfrm>
              <a:off x="2769504" y="3742402"/>
              <a:ext cx="1191076" cy="135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163876"/>
                  </a:solidFill>
                  <a:latin typeface="Aboreto"/>
                </a:rPr>
                <a:t>Infrastructure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769504" y="3877466"/>
              <a:ext cx="1191076" cy="1349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1">
                  <a:solidFill>
                    <a:srgbClr val="163876"/>
                  </a:solidFill>
                  <a:latin typeface="Aboreto"/>
                </a:rPr>
                <a:t>Layer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769504" y="4122151"/>
            <a:ext cx="1305048" cy="455761"/>
            <a:chOff x="2769504" y="4122151"/>
            <a:chExt cx="1305048" cy="455761"/>
          </a:xfrm>
        </p:grpSpPr>
        <p:sp>
          <p:nvSpPr>
            <p:cNvPr id="58" name="TextBox 57"/>
            <p:cNvSpPr txBox="1"/>
            <p:nvPr/>
          </p:nvSpPr>
          <p:spPr>
            <a:xfrm>
              <a:off x="2769504" y="4122151"/>
              <a:ext cx="1500805" cy="113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CSV storage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769504" y="4236070"/>
              <a:ext cx="1500805" cy="113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(data/expenses.csv), session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769504" y="4349989"/>
              <a:ext cx="1500805" cy="113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state hydration, and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769504" y="4463908"/>
              <a:ext cx="1500805" cy="1140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environment config.</a:t>
              </a:r>
            </a:p>
          </p:txBody>
        </p:sp>
      </p:grpSp>
      <p:sp>
        <p:nvSpPr>
          <p:cNvPr id="63" name="Rounded Rectangle 6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57892" y="1731003"/>
            <a:ext cx="1316050" cy="2853070"/>
          </a:xfrm>
          <a:custGeom>
            <a:avLst/>
            <a:gdLst/>
            <a:ahLst/>
            <a:cxnLst/>
            <a:rect l="0" t="0" r="0" b="0"/>
            <a:pathLst>
              <a:path w="1316050" h="2853070">
                <a:moveTo>
                  <a:pt x="94002" y="0"/>
                </a:moveTo>
                <a:lnTo>
                  <a:pt x="1222047" y="0"/>
                </a:lnTo>
                <a:lnTo>
                  <a:pt x="1222047" y="156676"/>
                </a:lnTo>
                <a:cubicBezTo>
                  <a:pt x="1222047" y="225894"/>
                  <a:pt x="1165936" y="282006"/>
                  <a:pt x="1096708" y="282006"/>
                </a:cubicBezTo>
                <a:lnTo>
                  <a:pt x="219341" y="282006"/>
                </a:lnTo>
                <a:cubicBezTo>
                  <a:pt x="150123" y="282006"/>
                  <a:pt x="94002" y="225894"/>
                  <a:pt x="94002" y="156676"/>
                </a:cubicBezTo>
                <a:lnTo>
                  <a:pt x="94002" y="0"/>
                </a:lnTo>
                <a:moveTo>
                  <a:pt x="485689" y="2195045"/>
                </a:moveTo>
                <a:lnTo>
                  <a:pt x="485689" y="2430056"/>
                </a:lnTo>
                <a:cubicBezTo>
                  <a:pt x="485689" y="2456011"/>
                  <a:pt x="464639" y="2477052"/>
                  <a:pt x="438683" y="2477052"/>
                </a:cubicBezTo>
                <a:lnTo>
                  <a:pt x="407346" y="2477052"/>
                </a:lnTo>
                <a:cubicBezTo>
                  <a:pt x="381390" y="2477052"/>
                  <a:pt x="360349" y="2456011"/>
                  <a:pt x="360349" y="2430056"/>
                </a:cubicBezTo>
                <a:lnTo>
                  <a:pt x="360349" y="2195045"/>
                </a:lnTo>
                <a:lnTo>
                  <a:pt x="47005" y="2195045"/>
                </a:lnTo>
                <a:cubicBezTo>
                  <a:pt x="21040" y="2195045"/>
                  <a:pt x="0" y="2174005"/>
                  <a:pt x="0" y="2148039"/>
                </a:cubicBezTo>
                <a:lnTo>
                  <a:pt x="0" y="987037"/>
                </a:lnTo>
                <a:cubicBezTo>
                  <a:pt x="0" y="961072"/>
                  <a:pt x="21040" y="940031"/>
                  <a:pt x="47005" y="940031"/>
                </a:cubicBezTo>
                <a:lnTo>
                  <a:pt x="360349" y="940031"/>
                </a:lnTo>
                <a:lnTo>
                  <a:pt x="360349" y="423014"/>
                </a:lnTo>
                <a:cubicBezTo>
                  <a:pt x="360349" y="397059"/>
                  <a:pt x="381390" y="376018"/>
                  <a:pt x="407346" y="376018"/>
                </a:cubicBezTo>
                <a:lnTo>
                  <a:pt x="438683" y="376018"/>
                </a:lnTo>
                <a:cubicBezTo>
                  <a:pt x="464639" y="376018"/>
                  <a:pt x="485689" y="397059"/>
                  <a:pt x="485689" y="423014"/>
                </a:cubicBezTo>
                <a:lnTo>
                  <a:pt x="485689" y="705021"/>
                </a:lnTo>
                <a:lnTo>
                  <a:pt x="470020" y="705021"/>
                </a:lnTo>
                <a:cubicBezTo>
                  <a:pt x="444055" y="705021"/>
                  <a:pt x="423014" y="726071"/>
                  <a:pt x="423014" y="752027"/>
                </a:cubicBezTo>
                <a:lnTo>
                  <a:pt x="423014" y="1128045"/>
                </a:lnTo>
                <a:cubicBezTo>
                  <a:pt x="423014" y="1154001"/>
                  <a:pt x="444055" y="1175042"/>
                  <a:pt x="470020" y="1175042"/>
                </a:cubicBezTo>
                <a:lnTo>
                  <a:pt x="846029" y="1175042"/>
                </a:lnTo>
                <a:cubicBezTo>
                  <a:pt x="871994" y="1175042"/>
                  <a:pt x="893035" y="1154001"/>
                  <a:pt x="893035" y="1128045"/>
                </a:cubicBezTo>
                <a:lnTo>
                  <a:pt x="893035" y="752027"/>
                </a:lnTo>
                <a:cubicBezTo>
                  <a:pt x="893035" y="726071"/>
                  <a:pt x="871994" y="705021"/>
                  <a:pt x="846029" y="705021"/>
                </a:cubicBezTo>
                <a:lnTo>
                  <a:pt x="830360" y="705021"/>
                </a:lnTo>
                <a:lnTo>
                  <a:pt x="830360" y="423014"/>
                </a:lnTo>
                <a:cubicBezTo>
                  <a:pt x="830360" y="397059"/>
                  <a:pt x="851401" y="376018"/>
                  <a:pt x="877366" y="376018"/>
                </a:cubicBezTo>
                <a:lnTo>
                  <a:pt x="908704" y="376018"/>
                </a:lnTo>
                <a:cubicBezTo>
                  <a:pt x="934659" y="376018"/>
                  <a:pt x="955700" y="397059"/>
                  <a:pt x="955700" y="423014"/>
                </a:cubicBezTo>
                <a:lnTo>
                  <a:pt x="955700" y="940031"/>
                </a:lnTo>
                <a:lnTo>
                  <a:pt x="1269044" y="940031"/>
                </a:lnTo>
                <a:cubicBezTo>
                  <a:pt x="1295009" y="940031"/>
                  <a:pt x="1316050" y="961072"/>
                  <a:pt x="1316050" y="987037"/>
                </a:cubicBezTo>
                <a:lnTo>
                  <a:pt x="1316050" y="2148039"/>
                </a:lnTo>
                <a:cubicBezTo>
                  <a:pt x="1316050" y="2174005"/>
                  <a:pt x="1295009" y="2195045"/>
                  <a:pt x="1269044" y="2195045"/>
                </a:cubicBezTo>
                <a:lnTo>
                  <a:pt x="955700" y="2195045"/>
                </a:lnTo>
                <a:lnTo>
                  <a:pt x="955700" y="2430056"/>
                </a:lnTo>
                <a:cubicBezTo>
                  <a:pt x="955700" y="2456011"/>
                  <a:pt x="934659" y="2477052"/>
                  <a:pt x="908704" y="2477052"/>
                </a:cubicBezTo>
                <a:lnTo>
                  <a:pt x="877366" y="2477052"/>
                </a:lnTo>
                <a:cubicBezTo>
                  <a:pt x="851401" y="2477052"/>
                  <a:pt x="830360" y="2456011"/>
                  <a:pt x="830360" y="2430056"/>
                </a:cubicBezTo>
                <a:lnTo>
                  <a:pt x="830360" y="2195045"/>
                </a:lnTo>
                <a:lnTo>
                  <a:pt x="720690" y="2195045"/>
                </a:lnTo>
                <a:lnTo>
                  <a:pt x="720690" y="2430056"/>
                </a:lnTo>
                <a:cubicBezTo>
                  <a:pt x="720690" y="2456011"/>
                  <a:pt x="699649" y="2477052"/>
                  <a:pt x="673693" y="2477052"/>
                </a:cubicBezTo>
                <a:lnTo>
                  <a:pt x="642356" y="2477052"/>
                </a:lnTo>
                <a:cubicBezTo>
                  <a:pt x="616400" y="2477052"/>
                  <a:pt x="595350" y="2456011"/>
                  <a:pt x="595350" y="2430056"/>
                </a:cubicBezTo>
                <a:lnTo>
                  <a:pt x="595350" y="2195045"/>
                </a:lnTo>
                <a:lnTo>
                  <a:pt x="485689" y="2195045"/>
                </a:lnTo>
                <a:moveTo>
                  <a:pt x="642356" y="376018"/>
                </a:moveTo>
                <a:cubicBezTo>
                  <a:pt x="616400" y="376018"/>
                  <a:pt x="595350" y="397059"/>
                  <a:pt x="595350" y="423014"/>
                </a:cubicBezTo>
                <a:lnTo>
                  <a:pt x="595350" y="705021"/>
                </a:lnTo>
                <a:lnTo>
                  <a:pt x="720690" y="705021"/>
                </a:lnTo>
                <a:lnTo>
                  <a:pt x="720690" y="423014"/>
                </a:lnTo>
                <a:cubicBezTo>
                  <a:pt x="720690" y="397059"/>
                  <a:pt x="699649" y="376018"/>
                  <a:pt x="673693" y="376018"/>
                </a:cubicBezTo>
                <a:lnTo>
                  <a:pt x="642356" y="376018"/>
                </a:lnTo>
                <a:moveTo>
                  <a:pt x="94002" y="2853070"/>
                </a:moveTo>
                <a:lnTo>
                  <a:pt x="1222047" y="2853070"/>
                </a:lnTo>
                <a:lnTo>
                  <a:pt x="1222047" y="2696394"/>
                </a:lnTo>
                <a:cubicBezTo>
                  <a:pt x="1222047" y="2627175"/>
                  <a:pt x="1165936" y="2571054"/>
                  <a:pt x="1096708" y="2571054"/>
                </a:cubicBezTo>
                <a:lnTo>
                  <a:pt x="219341" y="2571054"/>
                </a:lnTo>
                <a:cubicBezTo>
                  <a:pt x="150123" y="2571054"/>
                  <a:pt x="94002" y="2627175"/>
                  <a:pt x="94002" y="2696394"/>
                </a:cubicBezTo>
                <a:lnTo>
                  <a:pt x="94002" y="2853070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57892" y="1731003"/>
            <a:ext cx="1316048" cy="2853068"/>
          </a:xfrm>
          <a:custGeom>
            <a:avLst/>
            <a:gdLst/>
            <a:ahLst/>
            <a:cxnLst/>
            <a:rect l="0" t="0" r="0" b="0"/>
            <a:pathLst>
              <a:path w="1316048" h="2853068">
                <a:moveTo>
                  <a:pt x="94003" y="0"/>
                </a:moveTo>
                <a:lnTo>
                  <a:pt x="1222044" y="0"/>
                </a:lnTo>
                <a:lnTo>
                  <a:pt x="1222044" y="156672"/>
                </a:lnTo>
                <a:cubicBezTo>
                  <a:pt x="1222044" y="225895"/>
                  <a:pt x="1165929" y="282010"/>
                  <a:pt x="1096707" y="282010"/>
                </a:cubicBezTo>
                <a:lnTo>
                  <a:pt x="219341" y="282010"/>
                </a:lnTo>
                <a:cubicBezTo>
                  <a:pt x="150118" y="282010"/>
                  <a:pt x="94003" y="225895"/>
                  <a:pt x="94003" y="156672"/>
                </a:cubicBezTo>
                <a:close/>
                <a:moveTo>
                  <a:pt x="360346" y="423015"/>
                </a:moveTo>
                <a:cubicBezTo>
                  <a:pt x="360346" y="397057"/>
                  <a:pt x="381390" y="376013"/>
                  <a:pt x="407348" y="376013"/>
                </a:cubicBezTo>
                <a:lnTo>
                  <a:pt x="438682" y="376013"/>
                </a:lnTo>
                <a:cubicBezTo>
                  <a:pt x="464641" y="376013"/>
                  <a:pt x="485684" y="397057"/>
                  <a:pt x="485684" y="423015"/>
                </a:cubicBezTo>
                <a:lnTo>
                  <a:pt x="485684" y="705025"/>
                </a:lnTo>
                <a:lnTo>
                  <a:pt x="470017" y="705025"/>
                </a:lnTo>
                <a:cubicBezTo>
                  <a:pt x="444059" y="705025"/>
                  <a:pt x="423015" y="726069"/>
                  <a:pt x="423015" y="752027"/>
                </a:cubicBezTo>
                <a:lnTo>
                  <a:pt x="423015" y="940034"/>
                </a:lnTo>
                <a:lnTo>
                  <a:pt x="360346" y="940034"/>
                </a:lnTo>
                <a:close/>
                <a:moveTo>
                  <a:pt x="955701" y="423015"/>
                </a:moveTo>
                <a:cubicBezTo>
                  <a:pt x="955701" y="397057"/>
                  <a:pt x="934658" y="376013"/>
                  <a:pt x="908700" y="376013"/>
                </a:cubicBezTo>
                <a:lnTo>
                  <a:pt x="877365" y="376013"/>
                </a:lnTo>
                <a:cubicBezTo>
                  <a:pt x="851407" y="376013"/>
                  <a:pt x="830363" y="397057"/>
                  <a:pt x="830363" y="423015"/>
                </a:cubicBezTo>
                <a:lnTo>
                  <a:pt x="830363" y="705025"/>
                </a:lnTo>
                <a:lnTo>
                  <a:pt x="846031" y="705025"/>
                </a:lnTo>
                <a:cubicBezTo>
                  <a:pt x="871989" y="705025"/>
                  <a:pt x="893032" y="726069"/>
                  <a:pt x="893032" y="752027"/>
                </a:cubicBezTo>
                <a:lnTo>
                  <a:pt x="893032" y="940034"/>
                </a:lnTo>
                <a:lnTo>
                  <a:pt x="955701" y="940034"/>
                </a:lnTo>
                <a:close/>
                <a:moveTo>
                  <a:pt x="642356" y="376013"/>
                </a:moveTo>
                <a:lnTo>
                  <a:pt x="673691" y="376013"/>
                </a:lnTo>
                <a:cubicBezTo>
                  <a:pt x="699649" y="376013"/>
                  <a:pt x="720693" y="397057"/>
                  <a:pt x="720693" y="423015"/>
                </a:cubicBezTo>
                <a:lnTo>
                  <a:pt x="720693" y="705025"/>
                </a:lnTo>
                <a:lnTo>
                  <a:pt x="595355" y="705025"/>
                </a:lnTo>
                <a:lnTo>
                  <a:pt x="595355" y="423015"/>
                </a:lnTo>
                <a:cubicBezTo>
                  <a:pt x="595355" y="397057"/>
                  <a:pt x="616398" y="376013"/>
                  <a:pt x="642356" y="376013"/>
                </a:cubicBezTo>
                <a:close/>
                <a:moveTo>
                  <a:pt x="250675" y="285927"/>
                </a:moveTo>
                <a:lnTo>
                  <a:pt x="250675" y="940034"/>
                </a:lnTo>
                <a:moveTo>
                  <a:pt x="1065372" y="285927"/>
                </a:moveTo>
                <a:lnTo>
                  <a:pt x="1065372" y="940034"/>
                </a:lnTo>
                <a:moveTo>
                  <a:pt x="0" y="1175043"/>
                </a:moveTo>
                <a:lnTo>
                  <a:pt x="0" y="987036"/>
                </a:lnTo>
                <a:cubicBezTo>
                  <a:pt x="0" y="961078"/>
                  <a:pt x="21043" y="940034"/>
                  <a:pt x="47001" y="940034"/>
                </a:cubicBezTo>
                <a:lnTo>
                  <a:pt x="423015" y="940034"/>
                </a:lnTo>
                <a:lnTo>
                  <a:pt x="423015" y="1128041"/>
                </a:lnTo>
                <a:cubicBezTo>
                  <a:pt x="423015" y="1153999"/>
                  <a:pt x="444059" y="1175043"/>
                  <a:pt x="470017" y="1175043"/>
                </a:cubicBezTo>
                <a:lnTo>
                  <a:pt x="846031" y="1175043"/>
                </a:lnTo>
                <a:cubicBezTo>
                  <a:pt x="871989" y="1175043"/>
                  <a:pt x="893032" y="1153999"/>
                  <a:pt x="893032" y="1128041"/>
                </a:cubicBezTo>
                <a:lnTo>
                  <a:pt x="893032" y="940034"/>
                </a:lnTo>
                <a:lnTo>
                  <a:pt x="1269046" y="940034"/>
                </a:lnTo>
                <a:cubicBezTo>
                  <a:pt x="1295004" y="940034"/>
                  <a:pt x="1316048" y="961078"/>
                  <a:pt x="1316048" y="987036"/>
                </a:cubicBezTo>
                <a:lnTo>
                  <a:pt x="1316048" y="1175043"/>
                </a:lnTo>
                <a:moveTo>
                  <a:pt x="1316048" y="1175043"/>
                </a:moveTo>
                <a:lnTo>
                  <a:pt x="1316048" y="2101041"/>
                </a:lnTo>
                <a:moveTo>
                  <a:pt x="0" y="2101041"/>
                </a:moveTo>
                <a:lnTo>
                  <a:pt x="0" y="1175043"/>
                </a:lnTo>
                <a:moveTo>
                  <a:pt x="94003" y="2853068"/>
                </a:moveTo>
                <a:lnTo>
                  <a:pt x="1222044" y="2853068"/>
                </a:lnTo>
                <a:lnTo>
                  <a:pt x="1222044" y="2696396"/>
                </a:lnTo>
                <a:cubicBezTo>
                  <a:pt x="1222044" y="2627173"/>
                  <a:pt x="1165929" y="2571058"/>
                  <a:pt x="1096707" y="2571058"/>
                </a:cubicBezTo>
                <a:lnTo>
                  <a:pt x="219341" y="2571058"/>
                </a:lnTo>
                <a:cubicBezTo>
                  <a:pt x="150118" y="2571058"/>
                  <a:pt x="94003" y="2627173"/>
                  <a:pt x="94003" y="2696396"/>
                </a:cubicBezTo>
                <a:close/>
                <a:moveTo>
                  <a:pt x="642356" y="2477054"/>
                </a:moveTo>
                <a:lnTo>
                  <a:pt x="673691" y="2477054"/>
                </a:lnTo>
                <a:cubicBezTo>
                  <a:pt x="699649" y="2477054"/>
                  <a:pt x="720693" y="2456011"/>
                  <a:pt x="720693" y="2430053"/>
                </a:cubicBezTo>
                <a:lnTo>
                  <a:pt x="720693" y="2195044"/>
                </a:lnTo>
                <a:lnTo>
                  <a:pt x="595355" y="2195044"/>
                </a:lnTo>
                <a:lnTo>
                  <a:pt x="595355" y="2430053"/>
                </a:lnTo>
                <a:cubicBezTo>
                  <a:pt x="595355" y="2456011"/>
                  <a:pt x="616398" y="2477054"/>
                  <a:pt x="642356" y="2477054"/>
                </a:cubicBezTo>
                <a:close/>
                <a:moveTo>
                  <a:pt x="877365" y="2477054"/>
                </a:moveTo>
                <a:lnTo>
                  <a:pt x="908700" y="2477054"/>
                </a:lnTo>
                <a:cubicBezTo>
                  <a:pt x="934658" y="2477054"/>
                  <a:pt x="955701" y="2456011"/>
                  <a:pt x="955701" y="2430053"/>
                </a:cubicBezTo>
                <a:lnTo>
                  <a:pt x="955701" y="2195044"/>
                </a:lnTo>
                <a:lnTo>
                  <a:pt x="830363" y="2195044"/>
                </a:lnTo>
                <a:lnTo>
                  <a:pt x="830363" y="2430053"/>
                </a:lnTo>
                <a:cubicBezTo>
                  <a:pt x="830363" y="2456011"/>
                  <a:pt x="851407" y="2477054"/>
                  <a:pt x="877365" y="2477054"/>
                </a:cubicBezTo>
                <a:close/>
                <a:moveTo>
                  <a:pt x="407348" y="2477054"/>
                </a:moveTo>
                <a:lnTo>
                  <a:pt x="438682" y="2477054"/>
                </a:lnTo>
                <a:cubicBezTo>
                  <a:pt x="464641" y="2477054"/>
                  <a:pt x="485684" y="2456011"/>
                  <a:pt x="485684" y="2430053"/>
                </a:cubicBezTo>
                <a:lnTo>
                  <a:pt x="485684" y="2195044"/>
                </a:lnTo>
                <a:lnTo>
                  <a:pt x="360346" y="2195044"/>
                </a:lnTo>
                <a:lnTo>
                  <a:pt x="360346" y="2430053"/>
                </a:lnTo>
                <a:cubicBezTo>
                  <a:pt x="360346" y="2456011"/>
                  <a:pt x="381390" y="2477054"/>
                  <a:pt x="407348" y="2477054"/>
                </a:cubicBezTo>
                <a:close/>
                <a:moveTo>
                  <a:pt x="47001" y="2195044"/>
                </a:moveTo>
                <a:cubicBezTo>
                  <a:pt x="21043" y="2195044"/>
                  <a:pt x="0" y="2174001"/>
                  <a:pt x="0" y="2148042"/>
                </a:cubicBezTo>
                <a:lnTo>
                  <a:pt x="0" y="2101040"/>
                </a:lnTo>
                <a:moveTo>
                  <a:pt x="47001" y="2195044"/>
                </a:moveTo>
                <a:lnTo>
                  <a:pt x="1269046" y="2195044"/>
                </a:lnTo>
                <a:moveTo>
                  <a:pt x="250675" y="2195044"/>
                </a:moveTo>
                <a:lnTo>
                  <a:pt x="47001" y="2195044"/>
                </a:lnTo>
                <a:moveTo>
                  <a:pt x="1269046" y="2195044"/>
                </a:moveTo>
                <a:cubicBezTo>
                  <a:pt x="1295004" y="2195044"/>
                  <a:pt x="1316048" y="2174001"/>
                  <a:pt x="1316048" y="2148042"/>
                </a:cubicBezTo>
                <a:lnTo>
                  <a:pt x="1316048" y="2101040"/>
                </a:lnTo>
                <a:moveTo>
                  <a:pt x="1269046" y="2195044"/>
                </a:moveTo>
                <a:lnTo>
                  <a:pt x="1065372" y="2195044"/>
                </a:lnTo>
                <a:moveTo>
                  <a:pt x="250675" y="2195044"/>
                </a:moveTo>
                <a:lnTo>
                  <a:pt x="250675" y="2571058"/>
                </a:lnTo>
                <a:moveTo>
                  <a:pt x="360346" y="2195044"/>
                </a:moveTo>
                <a:lnTo>
                  <a:pt x="250675" y="2195044"/>
                </a:lnTo>
                <a:moveTo>
                  <a:pt x="1065372" y="2195044"/>
                </a:moveTo>
                <a:lnTo>
                  <a:pt x="1065372" y="2571058"/>
                </a:lnTo>
                <a:moveTo>
                  <a:pt x="1065372" y="2195044"/>
                </a:moveTo>
                <a:lnTo>
                  <a:pt x="955701" y="2195044"/>
                </a:lnTo>
                <a:moveTo>
                  <a:pt x="595355" y="2195044"/>
                </a:moveTo>
                <a:lnTo>
                  <a:pt x="485684" y="2195044"/>
                </a:lnTo>
                <a:moveTo>
                  <a:pt x="830363" y="2195044"/>
                </a:moveTo>
                <a:lnTo>
                  <a:pt x="720693" y="2195044"/>
                </a:lnTo>
              </a:path>
            </a:pathLst>
          </a:custGeom>
          <a:noFill/>
          <a:ln w="58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61947" y="1731003"/>
            <a:ext cx="1316050" cy="2853070"/>
          </a:xfrm>
          <a:custGeom>
            <a:avLst/>
            <a:gdLst/>
            <a:ahLst/>
            <a:cxnLst/>
            <a:rect l="0" t="0" r="0" b="0"/>
            <a:pathLst>
              <a:path w="1316050" h="2853070">
                <a:moveTo>
                  <a:pt x="94002" y="0"/>
                </a:moveTo>
                <a:lnTo>
                  <a:pt x="1222047" y="0"/>
                </a:lnTo>
                <a:lnTo>
                  <a:pt x="1222047" y="156676"/>
                </a:lnTo>
                <a:cubicBezTo>
                  <a:pt x="1222047" y="225894"/>
                  <a:pt x="1165936" y="282006"/>
                  <a:pt x="1096708" y="282006"/>
                </a:cubicBezTo>
                <a:lnTo>
                  <a:pt x="219341" y="282006"/>
                </a:lnTo>
                <a:cubicBezTo>
                  <a:pt x="150113" y="282006"/>
                  <a:pt x="94002" y="225894"/>
                  <a:pt x="94002" y="156676"/>
                </a:cubicBezTo>
                <a:lnTo>
                  <a:pt x="94002" y="0"/>
                </a:lnTo>
                <a:moveTo>
                  <a:pt x="485679" y="2195045"/>
                </a:moveTo>
                <a:lnTo>
                  <a:pt x="485679" y="2430056"/>
                </a:lnTo>
                <a:cubicBezTo>
                  <a:pt x="485679" y="2456011"/>
                  <a:pt x="464639" y="2477052"/>
                  <a:pt x="438683" y="2477052"/>
                </a:cubicBezTo>
                <a:lnTo>
                  <a:pt x="407346" y="2477052"/>
                </a:lnTo>
                <a:cubicBezTo>
                  <a:pt x="381390" y="2477052"/>
                  <a:pt x="360349" y="2456011"/>
                  <a:pt x="360349" y="2430056"/>
                </a:cubicBezTo>
                <a:lnTo>
                  <a:pt x="360349" y="2195045"/>
                </a:lnTo>
                <a:lnTo>
                  <a:pt x="47005" y="2195045"/>
                </a:lnTo>
                <a:cubicBezTo>
                  <a:pt x="21040" y="2195045"/>
                  <a:pt x="0" y="2174005"/>
                  <a:pt x="0" y="2148039"/>
                </a:cubicBezTo>
                <a:lnTo>
                  <a:pt x="0" y="987037"/>
                </a:lnTo>
                <a:cubicBezTo>
                  <a:pt x="0" y="961072"/>
                  <a:pt x="21040" y="940031"/>
                  <a:pt x="47005" y="940031"/>
                </a:cubicBezTo>
                <a:lnTo>
                  <a:pt x="360349" y="940031"/>
                </a:lnTo>
                <a:lnTo>
                  <a:pt x="360349" y="423014"/>
                </a:lnTo>
                <a:cubicBezTo>
                  <a:pt x="360349" y="397059"/>
                  <a:pt x="381390" y="376018"/>
                  <a:pt x="407346" y="376018"/>
                </a:cubicBezTo>
                <a:lnTo>
                  <a:pt x="438683" y="376018"/>
                </a:lnTo>
                <a:cubicBezTo>
                  <a:pt x="464639" y="376018"/>
                  <a:pt x="485679" y="397059"/>
                  <a:pt x="485679" y="423014"/>
                </a:cubicBezTo>
                <a:lnTo>
                  <a:pt x="485679" y="705021"/>
                </a:lnTo>
                <a:lnTo>
                  <a:pt x="470020" y="705021"/>
                </a:lnTo>
                <a:cubicBezTo>
                  <a:pt x="444055" y="705021"/>
                  <a:pt x="423014" y="726071"/>
                  <a:pt x="423014" y="752027"/>
                </a:cubicBezTo>
                <a:lnTo>
                  <a:pt x="423014" y="1128045"/>
                </a:lnTo>
                <a:cubicBezTo>
                  <a:pt x="423014" y="1154001"/>
                  <a:pt x="444055" y="1175042"/>
                  <a:pt x="470020" y="1175042"/>
                </a:cubicBezTo>
                <a:lnTo>
                  <a:pt x="846029" y="1175042"/>
                </a:lnTo>
                <a:cubicBezTo>
                  <a:pt x="871994" y="1175042"/>
                  <a:pt x="893035" y="1154001"/>
                  <a:pt x="893035" y="1128045"/>
                </a:cubicBezTo>
                <a:lnTo>
                  <a:pt x="893035" y="752027"/>
                </a:lnTo>
                <a:cubicBezTo>
                  <a:pt x="893035" y="726071"/>
                  <a:pt x="871994" y="705021"/>
                  <a:pt x="846029" y="705021"/>
                </a:cubicBezTo>
                <a:lnTo>
                  <a:pt x="830360" y="705021"/>
                </a:lnTo>
                <a:lnTo>
                  <a:pt x="830360" y="423014"/>
                </a:lnTo>
                <a:cubicBezTo>
                  <a:pt x="830360" y="397059"/>
                  <a:pt x="851401" y="376018"/>
                  <a:pt x="877366" y="376018"/>
                </a:cubicBezTo>
                <a:lnTo>
                  <a:pt x="908704" y="376018"/>
                </a:lnTo>
                <a:cubicBezTo>
                  <a:pt x="934659" y="376018"/>
                  <a:pt x="955700" y="397059"/>
                  <a:pt x="955700" y="423014"/>
                </a:cubicBezTo>
                <a:lnTo>
                  <a:pt x="955700" y="940031"/>
                </a:lnTo>
                <a:lnTo>
                  <a:pt x="1269044" y="940031"/>
                </a:lnTo>
                <a:cubicBezTo>
                  <a:pt x="1295009" y="940031"/>
                  <a:pt x="1316050" y="961072"/>
                  <a:pt x="1316050" y="987037"/>
                </a:cubicBezTo>
                <a:lnTo>
                  <a:pt x="1316050" y="2148039"/>
                </a:lnTo>
                <a:cubicBezTo>
                  <a:pt x="1316050" y="2174005"/>
                  <a:pt x="1295009" y="2195045"/>
                  <a:pt x="1269044" y="2195045"/>
                </a:cubicBezTo>
                <a:lnTo>
                  <a:pt x="955700" y="2195045"/>
                </a:lnTo>
                <a:lnTo>
                  <a:pt x="955700" y="2430056"/>
                </a:lnTo>
                <a:cubicBezTo>
                  <a:pt x="955700" y="2456011"/>
                  <a:pt x="934659" y="2477052"/>
                  <a:pt x="908704" y="2477052"/>
                </a:cubicBezTo>
                <a:lnTo>
                  <a:pt x="877366" y="2477052"/>
                </a:lnTo>
                <a:cubicBezTo>
                  <a:pt x="851401" y="2477052"/>
                  <a:pt x="830360" y="2456011"/>
                  <a:pt x="830360" y="2430056"/>
                </a:cubicBezTo>
                <a:lnTo>
                  <a:pt x="830360" y="2195045"/>
                </a:lnTo>
                <a:lnTo>
                  <a:pt x="720690" y="2195045"/>
                </a:lnTo>
                <a:lnTo>
                  <a:pt x="720690" y="2430056"/>
                </a:lnTo>
                <a:cubicBezTo>
                  <a:pt x="720690" y="2456011"/>
                  <a:pt x="699649" y="2477052"/>
                  <a:pt x="673693" y="2477052"/>
                </a:cubicBezTo>
                <a:lnTo>
                  <a:pt x="642356" y="2477052"/>
                </a:lnTo>
                <a:cubicBezTo>
                  <a:pt x="616400" y="2477052"/>
                  <a:pt x="595350" y="2456011"/>
                  <a:pt x="595350" y="2430056"/>
                </a:cubicBezTo>
                <a:lnTo>
                  <a:pt x="595350" y="2195045"/>
                </a:lnTo>
                <a:lnTo>
                  <a:pt x="485679" y="2195045"/>
                </a:lnTo>
                <a:moveTo>
                  <a:pt x="642356" y="376018"/>
                </a:moveTo>
                <a:cubicBezTo>
                  <a:pt x="616400" y="376018"/>
                  <a:pt x="595350" y="397059"/>
                  <a:pt x="595350" y="423014"/>
                </a:cubicBezTo>
                <a:lnTo>
                  <a:pt x="595350" y="705021"/>
                </a:lnTo>
                <a:lnTo>
                  <a:pt x="720690" y="705021"/>
                </a:lnTo>
                <a:lnTo>
                  <a:pt x="720690" y="423014"/>
                </a:lnTo>
                <a:cubicBezTo>
                  <a:pt x="720690" y="397059"/>
                  <a:pt x="699649" y="376018"/>
                  <a:pt x="673693" y="376018"/>
                </a:cubicBezTo>
                <a:lnTo>
                  <a:pt x="642356" y="376018"/>
                </a:lnTo>
                <a:moveTo>
                  <a:pt x="94002" y="2853070"/>
                </a:moveTo>
                <a:lnTo>
                  <a:pt x="1222047" y="2853070"/>
                </a:lnTo>
                <a:lnTo>
                  <a:pt x="1222047" y="2696394"/>
                </a:lnTo>
                <a:cubicBezTo>
                  <a:pt x="1222047" y="2627175"/>
                  <a:pt x="1165936" y="2571054"/>
                  <a:pt x="1096708" y="2571054"/>
                </a:cubicBezTo>
                <a:lnTo>
                  <a:pt x="219341" y="2571054"/>
                </a:lnTo>
                <a:cubicBezTo>
                  <a:pt x="150113" y="2571054"/>
                  <a:pt x="94002" y="2627175"/>
                  <a:pt x="94002" y="2696394"/>
                </a:cubicBezTo>
                <a:lnTo>
                  <a:pt x="94002" y="2853070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61947" y="1731003"/>
            <a:ext cx="1316048" cy="2853068"/>
          </a:xfrm>
          <a:custGeom>
            <a:avLst/>
            <a:gdLst/>
            <a:ahLst/>
            <a:cxnLst/>
            <a:rect l="0" t="0" r="0" b="0"/>
            <a:pathLst>
              <a:path w="1316048" h="2853068">
                <a:moveTo>
                  <a:pt x="94003" y="0"/>
                </a:moveTo>
                <a:lnTo>
                  <a:pt x="1222044" y="0"/>
                </a:lnTo>
                <a:lnTo>
                  <a:pt x="1222044" y="156672"/>
                </a:lnTo>
                <a:cubicBezTo>
                  <a:pt x="1222044" y="225895"/>
                  <a:pt x="1165929" y="282010"/>
                  <a:pt x="1096707" y="282010"/>
                </a:cubicBezTo>
                <a:lnTo>
                  <a:pt x="219341" y="282010"/>
                </a:lnTo>
                <a:cubicBezTo>
                  <a:pt x="150118" y="282010"/>
                  <a:pt x="94003" y="225895"/>
                  <a:pt x="94003" y="156672"/>
                </a:cubicBezTo>
                <a:close/>
                <a:moveTo>
                  <a:pt x="360346" y="423015"/>
                </a:moveTo>
                <a:cubicBezTo>
                  <a:pt x="360346" y="397057"/>
                  <a:pt x="381390" y="376013"/>
                  <a:pt x="407348" y="376013"/>
                </a:cubicBezTo>
                <a:lnTo>
                  <a:pt x="438682" y="376013"/>
                </a:lnTo>
                <a:cubicBezTo>
                  <a:pt x="464641" y="376013"/>
                  <a:pt x="485684" y="397057"/>
                  <a:pt x="485684" y="423015"/>
                </a:cubicBezTo>
                <a:lnTo>
                  <a:pt x="485684" y="705025"/>
                </a:lnTo>
                <a:lnTo>
                  <a:pt x="470017" y="705025"/>
                </a:lnTo>
                <a:cubicBezTo>
                  <a:pt x="444059" y="705025"/>
                  <a:pt x="423015" y="726069"/>
                  <a:pt x="423015" y="752027"/>
                </a:cubicBezTo>
                <a:lnTo>
                  <a:pt x="423015" y="940034"/>
                </a:lnTo>
                <a:lnTo>
                  <a:pt x="360346" y="940034"/>
                </a:lnTo>
                <a:close/>
                <a:moveTo>
                  <a:pt x="955701" y="423015"/>
                </a:moveTo>
                <a:cubicBezTo>
                  <a:pt x="955701" y="397057"/>
                  <a:pt x="934658" y="376013"/>
                  <a:pt x="908700" y="376013"/>
                </a:cubicBezTo>
                <a:lnTo>
                  <a:pt x="877365" y="376013"/>
                </a:lnTo>
                <a:cubicBezTo>
                  <a:pt x="851407" y="376013"/>
                  <a:pt x="830363" y="397057"/>
                  <a:pt x="830363" y="423015"/>
                </a:cubicBezTo>
                <a:lnTo>
                  <a:pt x="830363" y="705025"/>
                </a:lnTo>
                <a:lnTo>
                  <a:pt x="846031" y="705025"/>
                </a:lnTo>
                <a:cubicBezTo>
                  <a:pt x="871989" y="705025"/>
                  <a:pt x="893032" y="726069"/>
                  <a:pt x="893032" y="752027"/>
                </a:cubicBezTo>
                <a:lnTo>
                  <a:pt x="893032" y="940034"/>
                </a:lnTo>
                <a:lnTo>
                  <a:pt x="955701" y="940034"/>
                </a:lnTo>
                <a:close/>
                <a:moveTo>
                  <a:pt x="642356" y="376013"/>
                </a:moveTo>
                <a:lnTo>
                  <a:pt x="673691" y="376013"/>
                </a:lnTo>
                <a:cubicBezTo>
                  <a:pt x="699649" y="376013"/>
                  <a:pt x="720693" y="397057"/>
                  <a:pt x="720693" y="423015"/>
                </a:cubicBezTo>
                <a:lnTo>
                  <a:pt x="720693" y="705025"/>
                </a:lnTo>
                <a:lnTo>
                  <a:pt x="595355" y="705025"/>
                </a:lnTo>
                <a:lnTo>
                  <a:pt x="595355" y="423015"/>
                </a:lnTo>
                <a:cubicBezTo>
                  <a:pt x="595355" y="397057"/>
                  <a:pt x="616398" y="376013"/>
                  <a:pt x="642356" y="376013"/>
                </a:cubicBezTo>
                <a:close/>
                <a:moveTo>
                  <a:pt x="250675" y="285927"/>
                </a:moveTo>
                <a:lnTo>
                  <a:pt x="250675" y="940034"/>
                </a:lnTo>
                <a:moveTo>
                  <a:pt x="1065372" y="285927"/>
                </a:moveTo>
                <a:lnTo>
                  <a:pt x="1065372" y="940034"/>
                </a:lnTo>
                <a:moveTo>
                  <a:pt x="0" y="1175043"/>
                </a:moveTo>
                <a:lnTo>
                  <a:pt x="0" y="987036"/>
                </a:lnTo>
                <a:cubicBezTo>
                  <a:pt x="0" y="961078"/>
                  <a:pt x="21043" y="940034"/>
                  <a:pt x="47001" y="940034"/>
                </a:cubicBezTo>
                <a:lnTo>
                  <a:pt x="423015" y="940034"/>
                </a:lnTo>
                <a:lnTo>
                  <a:pt x="423015" y="1128041"/>
                </a:lnTo>
                <a:cubicBezTo>
                  <a:pt x="423015" y="1153999"/>
                  <a:pt x="444059" y="1175043"/>
                  <a:pt x="470017" y="1175043"/>
                </a:cubicBezTo>
                <a:lnTo>
                  <a:pt x="846031" y="1175043"/>
                </a:lnTo>
                <a:cubicBezTo>
                  <a:pt x="871989" y="1175043"/>
                  <a:pt x="893032" y="1153999"/>
                  <a:pt x="893032" y="1128041"/>
                </a:cubicBezTo>
                <a:lnTo>
                  <a:pt x="893032" y="940034"/>
                </a:lnTo>
                <a:lnTo>
                  <a:pt x="1269046" y="940034"/>
                </a:lnTo>
                <a:cubicBezTo>
                  <a:pt x="1295005" y="940034"/>
                  <a:pt x="1316048" y="961078"/>
                  <a:pt x="1316048" y="987036"/>
                </a:cubicBezTo>
                <a:lnTo>
                  <a:pt x="1316048" y="1175043"/>
                </a:lnTo>
                <a:moveTo>
                  <a:pt x="1316048" y="1175043"/>
                </a:moveTo>
                <a:lnTo>
                  <a:pt x="1316048" y="2101041"/>
                </a:lnTo>
                <a:moveTo>
                  <a:pt x="0" y="2101041"/>
                </a:moveTo>
                <a:lnTo>
                  <a:pt x="0" y="1175043"/>
                </a:lnTo>
                <a:moveTo>
                  <a:pt x="94003" y="2853068"/>
                </a:moveTo>
                <a:lnTo>
                  <a:pt x="1222044" y="2853068"/>
                </a:lnTo>
                <a:lnTo>
                  <a:pt x="1222044" y="2696396"/>
                </a:lnTo>
                <a:cubicBezTo>
                  <a:pt x="1222044" y="2627173"/>
                  <a:pt x="1165929" y="2571058"/>
                  <a:pt x="1096707" y="2571058"/>
                </a:cubicBezTo>
                <a:lnTo>
                  <a:pt x="219341" y="2571058"/>
                </a:lnTo>
                <a:cubicBezTo>
                  <a:pt x="150118" y="2571058"/>
                  <a:pt x="94003" y="2627173"/>
                  <a:pt x="94003" y="2696396"/>
                </a:cubicBezTo>
                <a:close/>
                <a:moveTo>
                  <a:pt x="642356" y="2477054"/>
                </a:moveTo>
                <a:lnTo>
                  <a:pt x="673691" y="2477054"/>
                </a:lnTo>
                <a:cubicBezTo>
                  <a:pt x="699649" y="2477054"/>
                  <a:pt x="720693" y="2456011"/>
                  <a:pt x="720693" y="2430053"/>
                </a:cubicBezTo>
                <a:lnTo>
                  <a:pt x="720693" y="2195044"/>
                </a:lnTo>
                <a:lnTo>
                  <a:pt x="595355" y="2195044"/>
                </a:lnTo>
                <a:lnTo>
                  <a:pt x="595355" y="2430053"/>
                </a:lnTo>
                <a:cubicBezTo>
                  <a:pt x="595355" y="2456011"/>
                  <a:pt x="616398" y="2477054"/>
                  <a:pt x="642356" y="2477054"/>
                </a:cubicBezTo>
                <a:close/>
                <a:moveTo>
                  <a:pt x="877365" y="2477054"/>
                </a:moveTo>
                <a:lnTo>
                  <a:pt x="908700" y="2477054"/>
                </a:lnTo>
                <a:cubicBezTo>
                  <a:pt x="934658" y="2477054"/>
                  <a:pt x="955701" y="2456011"/>
                  <a:pt x="955701" y="2430053"/>
                </a:cubicBezTo>
                <a:lnTo>
                  <a:pt x="955701" y="2195044"/>
                </a:lnTo>
                <a:lnTo>
                  <a:pt x="830363" y="2195044"/>
                </a:lnTo>
                <a:lnTo>
                  <a:pt x="830363" y="2430053"/>
                </a:lnTo>
                <a:cubicBezTo>
                  <a:pt x="830363" y="2456011"/>
                  <a:pt x="851407" y="2477054"/>
                  <a:pt x="877365" y="2477054"/>
                </a:cubicBezTo>
                <a:close/>
                <a:moveTo>
                  <a:pt x="407348" y="2477054"/>
                </a:moveTo>
                <a:lnTo>
                  <a:pt x="438682" y="2477054"/>
                </a:lnTo>
                <a:cubicBezTo>
                  <a:pt x="464641" y="2477054"/>
                  <a:pt x="485684" y="2456011"/>
                  <a:pt x="485684" y="2430053"/>
                </a:cubicBezTo>
                <a:lnTo>
                  <a:pt x="485684" y="2195044"/>
                </a:lnTo>
                <a:lnTo>
                  <a:pt x="360346" y="2195044"/>
                </a:lnTo>
                <a:lnTo>
                  <a:pt x="360346" y="2430053"/>
                </a:lnTo>
                <a:cubicBezTo>
                  <a:pt x="360346" y="2456011"/>
                  <a:pt x="381390" y="2477054"/>
                  <a:pt x="407348" y="2477054"/>
                </a:cubicBezTo>
                <a:close/>
                <a:moveTo>
                  <a:pt x="47001" y="2195044"/>
                </a:moveTo>
                <a:cubicBezTo>
                  <a:pt x="21043" y="2195044"/>
                  <a:pt x="0" y="2174001"/>
                  <a:pt x="0" y="2148042"/>
                </a:cubicBezTo>
                <a:lnTo>
                  <a:pt x="0" y="2101040"/>
                </a:lnTo>
                <a:moveTo>
                  <a:pt x="47001" y="2195044"/>
                </a:moveTo>
                <a:lnTo>
                  <a:pt x="1269046" y="2195044"/>
                </a:lnTo>
                <a:moveTo>
                  <a:pt x="250675" y="2195044"/>
                </a:moveTo>
                <a:lnTo>
                  <a:pt x="47001" y="2195044"/>
                </a:lnTo>
                <a:moveTo>
                  <a:pt x="1269046" y="2195044"/>
                </a:moveTo>
                <a:cubicBezTo>
                  <a:pt x="1295005" y="2195044"/>
                  <a:pt x="1316048" y="2174001"/>
                  <a:pt x="1316048" y="2148042"/>
                </a:cubicBezTo>
                <a:lnTo>
                  <a:pt x="1316048" y="2101040"/>
                </a:lnTo>
                <a:moveTo>
                  <a:pt x="1269046" y="2195044"/>
                </a:moveTo>
                <a:lnTo>
                  <a:pt x="1065372" y="2195044"/>
                </a:lnTo>
                <a:moveTo>
                  <a:pt x="250675" y="2195044"/>
                </a:moveTo>
                <a:lnTo>
                  <a:pt x="250675" y="2571058"/>
                </a:lnTo>
                <a:moveTo>
                  <a:pt x="360346" y="2195044"/>
                </a:moveTo>
                <a:lnTo>
                  <a:pt x="250675" y="2195044"/>
                </a:lnTo>
                <a:moveTo>
                  <a:pt x="1065372" y="2195044"/>
                </a:moveTo>
                <a:lnTo>
                  <a:pt x="1065372" y="2571058"/>
                </a:lnTo>
                <a:moveTo>
                  <a:pt x="1065372" y="2195044"/>
                </a:moveTo>
                <a:lnTo>
                  <a:pt x="955701" y="2195044"/>
                </a:lnTo>
                <a:moveTo>
                  <a:pt x="595355" y="2195044"/>
                </a:moveTo>
                <a:lnTo>
                  <a:pt x="485684" y="2195044"/>
                </a:lnTo>
                <a:moveTo>
                  <a:pt x="830363" y="2195044"/>
                </a:moveTo>
                <a:lnTo>
                  <a:pt x="720693" y="2195044"/>
                </a:lnTo>
              </a:path>
            </a:pathLst>
          </a:custGeom>
          <a:noFill/>
          <a:ln w="58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6001" y="1731003"/>
            <a:ext cx="1316050" cy="2853070"/>
          </a:xfrm>
          <a:custGeom>
            <a:avLst/>
            <a:gdLst/>
            <a:ahLst/>
            <a:cxnLst/>
            <a:rect l="0" t="0" r="0" b="0"/>
            <a:pathLst>
              <a:path w="1316050" h="2853070">
                <a:moveTo>
                  <a:pt x="94002" y="0"/>
                </a:moveTo>
                <a:lnTo>
                  <a:pt x="1222047" y="0"/>
                </a:lnTo>
                <a:lnTo>
                  <a:pt x="1222047" y="156676"/>
                </a:lnTo>
                <a:cubicBezTo>
                  <a:pt x="1222047" y="225894"/>
                  <a:pt x="1165936" y="282006"/>
                  <a:pt x="1096708" y="282006"/>
                </a:cubicBezTo>
                <a:lnTo>
                  <a:pt x="219341" y="282006"/>
                </a:lnTo>
                <a:cubicBezTo>
                  <a:pt x="150123" y="282006"/>
                  <a:pt x="94002" y="225894"/>
                  <a:pt x="94002" y="156676"/>
                </a:cubicBezTo>
                <a:lnTo>
                  <a:pt x="94002" y="0"/>
                </a:lnTo>
                <a:moveTo>
                  <a:pt x="485689" y="2195045"/>
                </a:moveTo>
                <a:lnTo>
                  <a:pt x="485689" y="2430056"/>
                </a:lnTo>
                <a:cubicBezTo>
                  <a:pt x="485689" y="2456011"/>
                  <a:pt x="464639" y="2477052"/>
                  <a:pt x="438683" y="2477052"/>
                </a:cubicBezTo>
                <a:lnTo>
                  <a:pt x="407346" y="2477052"/>
                </a:lnTo>
                <a:cubicBezTo>
                  <a:pt x="381390" y="2477052"/>
                  <a:pt x="360349" y="2456011"/>
                  <a:pt x="360349" y="2430056"/>
                </a:cubicBezTo>
                <a:lnTo>
                  <a:pt x="360349" y="2195045"/>
                </a:lnTo>
                <a:lnTo>
                  <a:pt x="47005" y="2195045"/>
                </a:lnTo>
                <a:cubicBezTo>
                  <a:pt x="21040" y="2195045"/>
                  <a:pt x="0" y="2174005"/>
                  <a:pt x="0" y="2148039"/>
                </a:cubicBezTo>
                <a:lnTo>
                  <a:pt x="0" y="987037"/>
                </a:lnTo>
                <a:cubicBezTo>
                  <a:pt x="0" y="961072"/>
                  <a:pt x="21040" y="940031"/>
                  <a:pt x="47005" y="940031"/>
                </a:cubicBezTo>
                <a:lnTo>
                  <a:pt x="360349" y="940031"/>
                </a:lnTo>
                <a:lnTo>
                  <a:pt x="360349" y="423014"/>
                </a:lnTo>
                <a:cubicBezTo>
                  <a:pt x="360349" y="397059"/>
                  <a:pt x="381390" y="376018"/>
                  <a:pt x="407346" y="376018"/>
                </a:cubicBezTo>
                <a:lnTo>
                  <a:pt x="438683" y="376018"/>
                </a:lnTo>
                <a:cubicBezTo>
                  <a:pt x="464639" y="376018"/>
                  <a:pt x="485689" y="397059"/>
                  <a:pt x="485689" y="423014"/>
                </a:cubicBezTo>
                <a:lnTo>
                  <a:pt x="485689" y="705021"/>
                </a:lnTo>
                <a:lnTo>
                  <a:pt x="470020" y="705021"/>
                </a:lnTo>
                <a:cubicBezTo>
                  <a:pt x="444055" y="705021"/>
                  <a:pt x="423014" y="726071"/>
                  <a:pt x="423014" y="752027"/>
                </a:cubicBezTo>
                <a:lnTo>
                  <a:pt x="423014" y="1128045"/>
                </a:lnTo>
                <a:cubicBezTo>
                  <a:pt x="423014" y="1154001"/>
                  <a:pt x="444055" y="1175042"/>
                  <a:pt x="470020" y="1175042"/>
                </a:cubicBezTo>
                <a:lnTo>
                  <a:pt x="846029" y="1175042"/>
                </a:lnTo>
                <a:cubicBezTo>
                  <a:pt x="871994" y="1175042"/>
                  <a:pt x="893035" y="1154001"/>
                  <a:pt x="893035" y="1128045"/>
                </a:cubicBezTo>
                <a:lnTo>
                  <a:pt x="893035" y="752027"/>
                </a:lnTo>
                <a:cubicBezTo>
                  <a:pt x="893035" y="726071"/>
                  <a:pt x="871994" y="705021"/>
                  <a:pt x="846029" y="705021"/>
                </a:cubicBezTo>
                <a:lnTo>
                  <a:pt x="830360" y="705021"/>
                </a:lnTo>
                <a:lnTo>
                  <a:pt x="830360" y="423014"/>
                </a:lnTo>
                <a:cubicBezTo>
                  <a:pt x="830360" y="397059"/>
                  <a:pt x="851401" y="376018"/>
                  <a:pt x="877366" y="376018"/>
                </a:cubicBezTo>
                <a:lnTo>
                  <a:pt x="908704" y="376018"/>
                </a:lnTo>
                <a:cubicBezTo>
                  <a:pt x="934659" y="376018"/>
                  <a:pt x="955700" y="397059"/>
                  <a:pt x="955700" y="423014"/>
                </a:cubicBezTo>
                <a:lnTo>
                  <a:pt x="955700" y="940031"/>
                </a:lnTo>
                <a:lnTo>
                  <a:pt x="1269044" y="940031"/>
                </a:lnTo>
                <a:cubicBezTo>
                  <a:pt x="1295009" y="940031"/>
                  <a:pt x="1316050" y="961072"/>
                  <a:pt x="1316050" y="987037"/>
                </a:cubicBezTo>
                <a:lnTo>
                  <a:pt x="1316050" y="2148039"/>
                </a:lnTo>
                <a:cubicBezTo>
                  <a:pt x="1316050" y="2174005"/>
                  <a:pt x="1295009" y="2195045"/>
                  <a:pt x="1269044" y="2195045"/>
                </a:cubicBezTo>
                <a:lnTo>
                  <a:pt x="955700" y="2195045"/>
                </a:lnTo>
                <a:lnTo>
                  <a:pt x="955700" y="2430056"/>
                </a:lnTo>
                <a:cubicBezTo>
                  <a:pt x="955700" y="2456011"/>
                  <a:pt x="934659" y="2477052"/>
                  <a:pt x="908704" y="2477052"/>
                </a:cubicBezTo>
                <a:lnTo>
                  <a:pt x="877366" y="2477052"/>
                </a:lnTo>
                <a:cubicBezTo>
                  <a:pt x="851401" y="2477052"/>
                  <a:pt x="830360" y="2456011"/>
                  <a:pt x="830360" y="2430056"/>
                </a:cubicBezTo>
                <a:lnTo>
                  <a:pt x="830360" y="2195045"/>
                </a:lnTo>
                <a:lnTo>
                  <a:pt x="720690" y="2195045"/>
                </a:lnTo>
                <a:lnTo>
                  <a:pt x="720690" y="2430056"/>
                </a:lnTo>
                <a:cubicBezTo>
                  <a:pt x="720690" y="2456011"/>
                  <a:pt x="699649" y="2477052"/>
                  <a:pt x="673693" y="2477052"/>
                </a:cubicBezTo>
                <a:lnTo>
                  <a:pt x="642356" y="2477052"/>
                </a:lnTo>
                <a:cubicBezTo>
                  <a:pt x="616400" y="2477052"/>
                  <a:pt x="595360" y="2456011"/>
                  <a:pt x="595360" y="2430056"/>
                </a:cubicBezTo>
                <a:lnTo>
                  <a:pt x="595360" y="2195045"/>
                </a:lnTo>
                <a:lnTo>
                  <a:pt x="485689" y="2195045"/>
                </a:lnTo>
                <a:moveTo>
                  <a:pt x="642356" y="376018"/>
                </a:moveTo>
                <a:cubicBezTo>
                  <a:pt x="616400" y="376018"/>
                  <a:pt x="595360" y="397059"/>
                  <a:pt x="595360" y="423014"/>
                </a:cubicBezTo>
                <a:lnTo>
                  <a:pt x="595360" y="705021"/>
                </a:lnTo>
                <a:lnTo>
                  <a:pt x="720690" y="705021"/>
                </a:lnTo>
                <a:lnTo>
                  <a:pt x="720690" y="423014"/>
                </a:lnTo>
                <a:cubicBezTo>
                  <a:pt x="720690" y="397059"/>
                  <a:pt x="699649" y="376018"/>
                  <a:pt x="673693" y="376018"/>
                </a:cubicBezTo>
                <a:lnTo>
                  <a:pt x="642356" y="376018"/>
                </a:lnTo>
                <a:moveTo>
                  <a:pt x="94002" y="2853070"/>
                </a:moveTo>
                <a:lnTo>
                  <a:pt x="1222047" y="2853070"/>
                </a:lnTo>
                <a:lnTo>
                  <a:pt x="1222047" y="2696394"/>
                </a:lnTo>
                <a:cubicBezTo>
                  <a:pt x="1222047" y="2627175"/>
                  <a:pt x="1165936" y="2571054"/>
                  <a:pt x="1096708" y="2571054"/>
                </a:cubicBezTo>
                <a:lnTo>
                  <a:pt x="219341" y="2571054"/>
                </a:lnTo>
                <a:cubicBezTo>
                  <a:pt x="150123" y="2571054"/>
                  <a:pt x="94002" y="2627175"/>
                  <a:pt x="94002" y="2696394"/>
                </a:cubicBezTo>
                <a:lnTo>
                  <a:pt x="94002" y="2853070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6002" y="1731003"/>
            <a:ext cx="1316048" cy="2853068"/>
          </a:xfrm>
          <a:custGeom>
            <a:avLst/>
            <a:gdLst/>
            <a:ahLst/>
            <a:cxnLst/>
            <a:rect l="0" t="0" r="0" b="0"/>
            <a:pathLst>
              <a:path w="1316048" h="2853068">
                <a:moveTo>
                  <a:pt x="94003" y="0"/>
                </a:moveTo>
                <a:lnTo>
                  <a:pt x="1222044" y="0"/>
                </a:lnTo>
                <a:lnTo>
                  <a:pt x="1222044" y="156672"/>
                </a:lnTo>
                <a:cubicBezTo>
                  <a:pt x="1222044" y="225895"/>
                  <a:pt x="1165929" y="282010"/>
                  <a:pt x="1096707" y="282010"/>
                </a:cubicBezTo>
                <a:lnTo>
                  <a:pt x="219341" y="282010"/>
                </a:lnTo>
                <a:cubicBezTo>
                  <a:pt x="150118" y="282010"/>
                  <a:pt x="94003" y="225895"/>
                  <a:pt x="94003" y="156672"/>
                </a:cubicBezTo>
                <a:close/>
                <a:moveTo>
                  <a:pt x="360346" y="423015"/>
                </a:moveTo>
                <a:cubicBezTo>
                  <a:pt x="360346" y="397057"/>
                  <a:pt x="381390" y="376013"/>
                  <a:pt x="407348" y="376013"/>
                </a:cubicBezTo>
                <a:lnTo>
                  <a:pt x="438682" y="376013"/>
                </a:lnTo>
                <a:cubicBezTo>
                  <a:pt x="464641" y="376013"/>
                  <a:pt x="485684" y="397057"/>
                  <a:pt x="485684" y="423015"/>
                </a:cubicBezTo>
                <a:lnTo>
                  <a:pt x="485684" y="705025"/>
                </a:lnTo>
                <a:lnTo>
                  <a:pt x="470017" y="705025"/>
                </a:lnTo>
                <a:cubicBezTo>
                  <a:pt x="444059" y="705025"/>
                  <a:pt x="423015" y="726069"/>
                  <a:pt x="423015" y="752027"/>
                </a:cubicBezTo>
                <a:lnTo>
                  <a:pt x="423015" y="940034"/>
                </a:lnTo>
                <a:lnTo>
                  <a:pt x="360346" y="940034"/>
                </a:lnTo>
                <a:close/>
                <a:moveTo>
                  <a:pt x="955701" y="423015"/>
                </a:moveTo>
                <a:cubicBezTo>
                  <a:pt x="955701" y="397057"/>
                  <a:pt x="934658" y="376013"/>
                  <a:pt x="908700" y="376013"/>
                </a:cubicBezTo>
                <a:lnTo>
                  <a:pt x="877365" y="376013"/>
                </a:lnTo>
                <a:cubicBezTo>
                  <a:pt x="851407" y="376013"/>
                  <a:pt x="830363" y="397057"/>
                  <a:pt x="830363" y="423015"/>
                </a:cubicBezTo>
                <a:lnTo>
                  <a:pt x="830363" y="705025"/>
                </a:lnTo>
                <a:lnTo>
                  <a:pt x="846031" y="705025"/>
                </a:lnTo>
                <a:cubicBezTo>
                  <a:pt x="871989" y="705025"/>
                  <a:pt x="893032" y="726069"/>
                  <a:pt x="893032" y="752027"/>
                </a:cubicBezTo>
                <a:lnTo>
                  <a:pt x="893032" y="940034"/>
                </a:lnTo>
                <a:lnTo>
                  <a:pt x="955701" y="940034"/>
                </a:lnTo>
                <a:close/>
                <a:moveTo>
                  <a:pt x="642356" y="376013"/>
                </a:moveTo>
                <a:lnTo>
                  <a:pt x="673691" y="376013"/>
                </a:lnTo>
                <a:cubicBezTo>
                  <a:pt x="699649" y="376013"/>
                  <a:pt x="720693" y="397057"/>
                  <a:pt x="720693" y="423015"/>
                </a:cubicBezTo>
                <a:lnTo>
                  <a:pt x="720693" y="705025"/>
                </a:lnTo>
                <a:lnTo>
                  <a:pt x="595355" y="705025"/>
                </a:lnTo>
                <a:lnTo>
                  <a:pt x="595355" y="423015"/>
                </a:lnTo>
                <a:cubicBezTo>
                  <a:pt x="595355" y="397057"/>
                  <a:pt x="616398" y="376013"/>
                  <a:pt x="642356" y="376013"/>
                </a:cubicBezTo>
                <a:close/>
                <a:moveTo>
                  <a:pt x="250675" y="285927"/>
                </a:moveTo>
                <a:lnTo>
                  <a:pt x="250675" y="940034"/>
                </a:lnTo>
                <a:moveTo>
                  <a:pt x="1065372" y="285927"/>
                </a:moveTo>
                <a:lnTo>
                  <a:pt x="1065372" y="940034"/>
                </a:lnTo>
                <a:moveTo>
                  <a:pt x="0" y="1175043"/>
                </a:moveTo>
                <a:lnTo>
                  <a:pt x="0" y="987036"/>
                </a:lnTo>
                <a:cubicBezTo>
                  <a:pt x="0" y="961078"/>
                  <a:pt x="21043" y="940034"/>
                  <a:pt x="47001" y="940034"/>
                </a:cubicBezTo>
                <a:lnTo>
                  <a:pt x="423015" y="940034"/>
                </a:lnTo>
                <a:lnTo>
                  <a:pt x="423015" y="1128041"/>
                </a:lnTo>
                <a:cubicBezTo>
                  <a:pt x="423015" y="1153999"/>
                  <a:pt x="444059" y="1175043"/>
                  <a:pt x="470017" y="1175043"/>
                </a:cubicBezTo>
                <a:lnTo>
                  <a:pt x="846031" y="1175043"/>
                </a:lnTo>
                <a:cubicBezTo>
                  <a:pt x="871989" y="1175043"/>
                  <a:pt x="893032" y="1153999"/>
                  <a:pt x="893032" y="1128041"/>
                </a:cubicBezTo>
                <a:lnTo>
                  <a:pt x="893032" y="940034"/>
                </a:lnTo>
                <a:lnTo>
                  <a:pt x="1269046" y="940034"/>
                </a:lnTo>
                <a:cubicBezTo>
                  <a:pt x="1295004" y="940034"/>
                  <a:pt x="1316048" y="961078"/>
                  <a:pt x="1316048" y="987036"/>
                </a:cubicBezTo>
                <a:lnTo>
                  <a:pt x="1316048" y="1175043"/>
                </a:lnTo>
                <a:moveTo>
                  <a:pt x="1316048" y="1175043"/>
                </a:moveTo>
                <a:lnTo>
                  <a:pt x="1316048" y="2101041"/>
                </a:lnTo>
                <a:moveTo>
                  <a:pt x="0" y="2101041"/>
                </a:moveTo>
                <a:lnTo>
                  <a:pt x="0" y="1175043"/>
                </a:lnTo>
                <a:moveTo>
                  <a:pt x="94003" y="2853068"/>
                </a:moveTo>
                <a:lnTo>
                  <a:pt x="1222044" y="2853068"/>
                </a:lnTo>
                <a:lnTo>
                  <a:pt x="1222044" y="2696396"/>
                </a:lnTo>
                <a:cubicBezTo>
                  <a:pt x="1222044" y="2627173"/>
                  <a:pt x="1165929" y="2571058"/>
                  <a:pt x="1096707" y="2571058"/>
                </a:cubicBezTo>
                <a:lnTo>
                  <a:pt x="219341" y="2571058"/>
                </a:lnTo>
                <a:cubicBezTo>
                  <a:pt x="150118" y="2571058"/>
                  <a:pt x="94003" y="2627173"/>
                  <a:pt x="94003" y="2696396"/>
                </a:cubicBezTo>
                <a:close/>
                <a:moveTo>
                  <a:pt x="642356" y="2477054"/>
                </a:moveTo>
                <a:lnTo>
                  <a:pt x="673691" y="2477054"/>
                </a:lnTo>
                <a:cubicBezTo>
                  <a:pt x="699649" y="2477054"/>
                  <a:pt x="720693" y="2456011"/>
                  <a:pt x="720693" y="2430053"/>
                </a:cubicBezTo>
                <a:lnTo>
                  <a:pt x="720693" y="2195044"/>
                </a:lnTo>
                <a:lnTo>
                  <a:pt x="595355" y="2195044"/>
                </a:lnTo>
                <a:lnTo>
                  <a:pt x="595355" y="2430053"/>
                </a:lnTo>
                <a:cubicBezTo>
                  <a:pt x="595355" y="2456011"/>
                  <a:pt x="616398" y="2477054"/>
                  <a:pt x="642356" y="2477054"/>
                </a:cubicBezTo>
                <a:close/>
                <a:moveTo>
                  <a:pt x="877365" y="2477054"/>
                </a:moveTo>
                <a:lnTo>
                  <a:pt x="908700" y="2477054"/>
                </a:lnTo>
                <a:cubicBezTo>
                  <a:pt x="934658" y="2477054"/>
                  <a:pt x="955701" y="2456011"/>
                  <a:pt x="955701" y="2430053"/>
                </a:cubicBezTo>
                <a:lnTo>
                  <a:pt x="955701" y="2195044"/>
                </a:lnTo>
                <a:lnTo>
                  <a:pt x="830363" y="2195044"/>
                </a:lnTo>
                <a:lnTo>
                  <a:pt x="830363" y="2430053"/>
                </a:lnTo>
                <a:cubicBezTo>
                  <a:pt x="830363" y="2456011"/>
                  <a:pt x="851407" y="2477054"/>
                  <a:pt x="877365" y="2477054"/>
                </a:cubicBezTo>
                <a:close/>
                <a:moveTo>
                  <a:pt x="407348" y="2477054"/>
                </a:moveTo>
                <a:lnTo>
                  <a:pt x="438682" y="2477054"/>
                </a:lnTo>
                <a:cubicBezTo>
                  <a:pt x="464641" y="2477054"/>
                  <a:pt x="485684" y="2456011"/>
                  <a:pt x="485684" y="2430053"/>
                </a:cubicBezTo>
                <a:lnTo>
                  <a:pt x="485684" y="2195044"/>
                </a:lnTo>
                <a:lnTo>
                  <a:pt x="360346" y="2195044"/>
                </a:lnTo>
                <a:lnTo>
                  <a:pt x="360346" y="2430053"/>
                </a:lnTo>
                <a:cubicBezTo>
                  <a:pt x="360346" y="2456011"/>
                  <a:pt x="381390" y="2477054"/>
                  <a:pt x="407348" y="2477054"/>
                </a:cubicBezTo>
                <a:close/>
                <a:moveTo>
                  <a:pt x="47001" y="2195044"/>
                </a:moveTo>
                <a:cubicBezTo>
                  <a:pt x="21043" y="2195044"/>
                  <a:pt x="0" y="2174001"/>
                  <a:pt x="0" y="2148042"/>
                </a:cubicBezTo>
                <a:lnTo>
                  <a:pt x="0" y="2101040"/>
                </a:lnTo>
                <a:moveTo>
                  <a:pt x="47001" y="2195044"/>
                </a:moveTo>
                <a:lnTo>
                  <a:pt x="1269046" y="2195044"/>
                </a:lnTo>
                <a:moveTo>
                  <a:pt x="250675" y="2195044"/>
                </a:moveTo>
                <a:lnTo>
                  <a:pt x="47001" y="2195044"/>
                </a:lnTo>
                <a:moveTo>
                  <a:pt x="1269046" y="2195044"/>
                </a:moveTo>
                <a:cubicBezTo>
                  <a:pt x="1295004" y="2195044"/>
                  <a:pt x="1316048" y="2174001"/>
                  <a:pt x="1316048" y="2148042"/>
                </a:cubicBezTo>
                <a:lnTo>
                  <a:pt x="1316048" y="2101040"/>
                </a:lnTo>
                <a:moveTo>
                  <a:pt x="1269046" y="2195044"/>
                </a:moveTo>
                <a:lnTo>
                  <a:pt x="1065372" y="2195044"/>
                </a:lnTo>
                <a:moveTo>
                  <a:pt x="250675" y="2195044"/>
                </a:moveTo>
                <a:lnTo>
                  <a:pt x="250675" y="2571058"/>
                </a:lnTo>
                <a:moveTo>
                  <a:pt x="360346" y="2195044"/>
                </a:moveTo>
                <a:lnTo>
                  <a:pt x="250675" y="2195044"/>
                </a:lnTo>
                <a:moveTo>
                  <a:pt x="1065372" y="2195044"/>
                </a:moveTo>
                <a:lnTo>
                  <a:pt x="1065372" y="2571058"/>
                </a:lnTo>
                <a:moveTo>
                  <a:pt x="1065372" y="2195044"/>
                </a:moveTo>
                <a:lnTo>
                  <a:pt x="955701" y="2195044"/>
                </a:lnTo>
                <a:moveTo>
                  <a:pt x="595355" y="2195044"/>
                </a:moveTo>
                <a:lnTo>
                  <a:pt x="485684" y="2195044"/>
                </a:lnTo>
                <a:moveTo>
                  <a:pt x="830363" y="2195044"/>
                </a:moveTo>
                <a:lnTo>
                  <a:pt x="720693" y="2195044"/>
                </a:lnTo>
              </a:path>
            </a:pathLst>
          </a:custGeom>
          <a:noFill/>
          <a:ln w="58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0057" y="1731003"/>
            <a:ext cx="1316050" cy="2853070"/>
          </a:xfrm>
          <a:custGeom>
            <a:avLst/>
            <a:gdLst/>
            <a:ahLst/>
            <a:cxnLst/>
            <a:rect l="0" t="0" r="0" b="0"/>
            <a:pathLst>
              <a:path w="1316050" h="2853070">
                <a:moveTo>
                  <a:pt x="94002" y="0"/>
                </a:moveTo>
                <a:lnTo>
                  <a:pt x="1222047" y="0"/>
                </a:lnTo>
                <a:lnTo>
                  <a:pt x="1222047" y="156676"/>
                </a:lnTo>
                <a:cubicBezTo>
                  <a:pt x="1222047" y="225894"/>
                  <a:pt x="1165936" y="282006"/>
                  <a:pt x="1096708" y="282006"/>
                </a:cubicBezTo>
                <a:lnTo>
                  <a:pt x="219341" y="282006"/>
                </a:lnTo>
                <a:cubicBezTo>
                  <a:pt x="150123" y="282006"/>
                  <a:pt x="94002" y="225894"/>
                  <a:pt x="94002" y="156676"/>
                </a:cubicBezTo>
                <a:lnTo>
                  <a:pt x="94002" y="0"/>
                </a:lnTo>
                <a:moveTo>
                  <a:pt x="485689" y="2195045"/>
                </a:moveTo>
                <a:lnTo>
                  <a:pt x="485689" y="2430056"/>
                </a:lnTo>
                <a:cubicBezTo>
                  <a:pt x="485689" y="2456011"/>
                  <a:pt x="464639" y="2477052"/>
                  <a:pt x="438683" y="2477052"/>
                </a:cubicBezTo>
                <a:lnTo>
                  <a:pt x="407346" y="2477052"/>
                </a:lnTo>
                <a:cubicBezTo>
                  <a:pt x="381390" y="2477052"/>
                  <a:pt x="360349" y="2456011"/>
                  <a:pt x="360349" y="2430056"/>
                </a:cubicBezTo>
                <a:lnTo>
                  <a:pt x="360349" y="2195045"/>
                </a:lnTo>
                <a:lnTo>
                  <a:pt x="47005" y="2195045"/>
                </a:lnTo>
                <a:cubicBezTo>
                  <a:pt x="21040" y="2195045"/>
                  <a:pt x="0" y="2174005"/>
                  <a:pt x="0" y="2148039"/>
                </a:cubicBezTo>
                <a:lnTo>
                  <a:pt x="0" y="987037"/>
                </a:lnTo>
                <a:cubicBezTo>
                  <a:pt x="0" y="961072"/>
                  <a:pt x="21040" y="940031"/>
                  <a:pt x="47005" y="940031"/>
                </a:cubicBezTo>
                <a:lnTo>
                  <a:pt x="360349" y="940031"/>
                </a:lnTo>
                <a:lnTo>
                  <a:pt x="360349" y="423014"/>
                </a:lnTo>
                <a:cubicBezTo>
                  <a:pt x="360349" y="397059"/>
                  <a:pt x="381390" y="376018"/>
                  <a:pt x="407346" y="376018"/>
                </a:cubicBezTo>
                <a:lnTo>
                  <a:pt x="438683" y="376018"/>
                </a:lnTo>
                <a:cubicBezTo>
                  <a:pt x="464639" y="376018"/>
                  <a:pt x="485689" y="397059"/>
                  <a:pt x="485689" y="423014"/>
                </a:cubicBezTo>
                <a:lnTo>
                  <a:pt x="485689" y="705021"/>
                </a:lnTo>
                <a:lnTo>
                  <a:pt x="470020" y="705021"/>
                </a:lnTo>
                <a:cubicBezTo>
                  <a:pt x="444055" y="705021"/>
                  <a:pt x="423014" y="726071"/>
                  <a:pt x="423014" y="752027"/>
                </a:cubicBezTo>
                <a:lnTo>
                  <a:pt x="423014" y="1128045"/>
                </a:lnTo>
                <a:cubicBezTo>
                  <a:pt x="423014" y="1154001"/>
                  <a:pt x="444055" y="1175042"/>
                  <a:pt x="470020" y="1175042"/>
                </a:cubicBezTo>
                <a:lnTo>
                  <a:pt x="846029" y="1175042"/>
                </a:lnTo>
                <a:cubicBezTo>
                  <a:pt x="871994" y="1175042"/>
                  <a:pt x="893035" y="1154001"/>
                  <a:pt x="893035" y="1128045"/>
                </a:cubicBezTo>
                <a:lnTo>
                  <a:pt x="893035" y="752027"/>
                </a:lnTo>
                <a:cubicBezTo>
                  <a:pt x="893035" y="726071"/>
                  <a:pt x="871994" y="705021"/>
                  <a:pt x="846029" y="705021"/>
                </a:cubicBezTo>
                <a:lnTo>
                  <a:pt x="830360" y="705021"/>
                </a:lnTo>
                <a:lnTo>
                  <a:pt x="830360" y="423014"/>
                </a:lnTo>
                <a:cubicBezTo>
                  <a:pt x="830360" y="397059"/>
                  <a:pt x="851401" y="376018"/>
                  <a:pt x="877366" y="376018"/>
                </a:cubicBezTo>
                <a:lnTo>
                  <a:pt x="908704" y="376018"/>
                </a:lnTo>
                <a:cubicBezTo>
                  <a:pt x="934659" y="376018"/>
                  <a:pt x="955700" y="397059"/>
                  <a:pt x="955700" y="423014"/>
                </a:cubicBezTo>
                <a:lnTo>
                  <a:pt x="955700" y="940031"/>
                </a:lnTo>
                <a:lnTo>
                  <a:pt x="1269044" y="940031"/>
                </a:lnTo>
                <a:cubicBezTo>
                  <a:pt x="1295009" y="940031"/>
                  <a:pt x="1316050" y="961072"/>
                  <a:pt x="1316050" y="987037"/>
                </a:cubicBezTo>
                <a:lnTo>
                  <a:pt x="1316050" y="2148039"/>
                </a:lnTo>
                <a:cubicBezTo>
                  <a:pt x="1316050" y="2174005"/>
                  <a:pt x="1295009" y="2195045"/>
                  <a:pt x="1269044" y="2195045"/>
                </a:cubicBezTo>
                <a:lnTo>
                  <a:pt x="955700" y="2195045"/>
                </a:lnTo>
                <a:lnTo>
                  <a:pt x="955700" y="2430056"/>
                </a:lnTo>
                <a:cubicBezTo>
                  <a:pt x="955700" y="2456011"/>
                  <a:pt x="934659" y="2477052"/>
                  <a:pt x="908704" y="2477052"/>
                </a:cubicBezTo>
                <a:lnTo>
                  <a:pt x="877366" y="2477052"/>
                </a:lnTo>
                <a:cubicBezTo>
                  <a:pt x="851401" y="2477052"/>
                  <a:pt x="830360" y="2456011"/>
                  <a:pt x="830360" y="2430056"/>
                </a:cubicBezTo>
                <a:lnTo>
                  <a:pt x="830360" y="2195045"/>
                </a:lnTo>
                <a:lnTo>
                  <a:pt x="720690" y="2195045"/>
                </a:lnTo>
                <a:lnTo>
                  <a:pt x="720690" y="2430056"/>
                </a:lnTo>
                <a:cubicBezTo>
                  <a:pt x="720690" y="2456011"/>
                  <a:pt x="699649" y="2477052"/>
                  <a:pt x="673693" y="2477052"/>
                </a:cubicBezTo>
                <a:lnTo>
                  <a:pt x="642356" y="2477052"/>
                </a:lnTo>
                <a:cubicBezTo>
                  <a:pt x="616400" y="2477052"/>
                  <a:pt x="595360" y="2456011"/>
                  <a:pt x="595360" y="2430056"/>
                </a:cubicBezTo>
                <a:lnTo>
                  <a:pt x="595360" y="2195045"/>
                </a:lnTo>
                <a:lnTo>
                  <a:pt x="485689" y="2195045"/>
                </a:lnTo>
                <a:moveTo>
                  <a:pt x="642356" y="376018"/>
                </a:moveTo>
                <a:cubicBezTo>
                  <a:pt x="616400" y="376018"/>
                  <a:pt x="595360" y="397059"/>
                  <a:pt x="595360" y="423014"/>
                </a:cubicBezTo>
                <a:lnTo>
                  <a:pt x="595360" y="705021"/>
                </a:lnTo>
                <a:lnTo>
                  <a:pt x="720690" y="705021"/>
                </a:lnTo>
                <a:lnTo>
                  <a:pt x="720690" y="423014"/>
                </a:lnTo>
                <a:cubicBezTo>
                  <a:pt x="720690" y="397059"/>
                  <a:pt x="699649" y="376018"/>
                  <a:pt x="673693" y="376018"/>
                </a:cubicBezTo>
                <a:lnTo>
                  <a:pt x="642356" y="376018"/>
                </a:lnTo>
                <a:moveTo>
                  <a:pt x="94002" y="2853070"/>
                </a:moveTo>
                <a:lnTo>
                  <a:pt x="1222047" y="2853070"/>
                </a:lnTo>
                <a:lnTo>
                  <a:pt x="1222047" y="2696394"/>
                </a:lnTo>
                <a:cubicBezTo>
                  <a:pt x="1222047" y="2627175"/>
                  <a:pt x="1165936" y="2571054"/>
                  <a:pt x="1096708" y="2571054"/>
                </a:cubicBezTo>
                <a:lnTo>
                  <a:pt x="219341" y="2571054"/>
                </a:lnTo>
                <a:cubicBezTo>
                  <a:pt x="150123" y="2571054"/>
                  <a:pt x="94002" y="2627175"/>
                  <a:pt x="94002" y="2696394"/>
                </a:cubicBezTo>
                <a:lnTo>
                  <a:pt x="94002" y="2853070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0057" y="1731003"/>
            <a:ext cx="1316048" cy="2853068"/>
          </a:xfrm>
          <a:custGeom>
            <a:avLst/>
            <a:gdLst/>
            <a:ahLst/>
            <a:cxnLst/>
            <a:rect l="0" t="0" r="0" b="0"/>
            <a:pathLst>
              <a:path w="1316048" h="2853068">
                <a:moveTo>
                  <a:pt x="94003" y="0"/>
                </a:moveTo>
                <a:lnTo>
                  <a:pt x="1222044" y="0"/>
                </a:lnTo>
                <a:lnTo>
                  <a:pt x="1222044" y="156672"/>
                </a:lnTo>
                <a:cubicBezTo>
                  <a:pt x="1222044" y="225895"/>
                  <a:pt x="1165929" y="282010"/>
                  <a:pt x="1096707" y="282010"/>
                </a:cubicBezTo>
                <a:lnTo>
                  <a:pt x="219341" y="282010"/>
                </a:lnTo>
                <a:cubicBezTo>
                  <a:pt x="150118" y="282010"/>
                  <a:pt x="94003" y="225895"/>
                  <a:pt x="94003" y="156672"/>
                </a:cubicBezTo>
                <a:close/>
                <a:moveTo>
                  <a:pt x="360346" y="423015"/>
                </a:moveTo>
                <a:cubicBezTo>
                  <a:pt x="360346" y="397057"/>
                  <a:pt x="381390" y="376013"/>
                  <a:pt x="407348" y="376013"/>
                </a:cubicBezTo>
                <a:lnTo>
                  <a:pt x="438682" y="376013"/>
                </a:lnTo>
                <a:cubicBezTo>
                  <a:pt x="464641" y="376013"/>
                  <a:pt x="485684" y="397057"/>
                  <a:pt x="485684" y="423015"/>
                </a:cubicBezTo>
                <a:lnTo>
                  <a:pt x="485684" y="705025"/>
                </a:lnTo>
                <a:lnTo>
                  <a:pt x="470017" y="705025"/>
                </a:lnTo>
                <a:cubicBezTo>
                  <a:pt x="444059" y="705025"/>
                  <a:pt x="423015" y="726069"/>
                  <a:pt x="423015" y="752027"/>
                </a:cubicBezTo>
                <a:lnTo>
                  <a:pt x="423015" y="940034"/>
                </a:lnTo>
                <a:lnTo>
                  <a:pt x="360346" y="940034"/>
                </a:lnTo>
                <a:close/>
                <a:moveTo>
                  <a:pt x="955701" y="423015"/>
                </a:moveTo>
                <a:cubicBezTo>
                  <a:pt x="955701" y="397057"/>
                  <a:pt x="934658" y="376013"/>
                  <a:pt x="908700" y="376013"/>
                </a:cubicBezTo>
                <a:lnTo>
                  <a:pt x="877365" y="376013"/>
                </a:lnTo>
                <a:cubicBezTo>
                  <a:pt x="851407" y="376013"/>
                  <a:pt x="830363" y="397057"/>
                  <a:pt x="830363" y="423015"/>
                </a:cubicBezTo>
                <a:lnTo>
                  <a:pt x="830363" y="705025"/>
                </a:lnTo>
                <a:lnTo>
                  <a:pt x="846031" y="705025"/>
                </a:lnTo>
                <a:cubicBezTo>
                  <a:pt x="871989" y="705025"/>
                  <a:pt x="893032" y="726069"/>
                  <a:pt x="893032" y="752027"/>
                </a:cubicBezTo>
                <a:lnTo>
                  <a:pt x="893032" y="940034"/>
                </a:lnTo>
                <a:lnTo>
                  <a:pt x="955701" y="940034"/>
                </a:lnTo>
                <a:close/>
                <a:moveTo>
                  <a:pt x="642356" y="376013"/>
                </a:moveTo>
                <a:lnTo>
                  <a:pt x="673691" y="376013"/>
                </a:lnTo>
                <a:cubicBezTo>
                  <a:pt x="699649" y="376013"/>
                  <a:pt x="720693" y="397057"/>
                  <a:pt x="720693" y="423015"/>
                </a:cubicBezTo>
                <a:lnTo>
                  <a:pt x="720693" y="705025"/>
                </a:lnTo>
                <a:lnTo>
                  <a:pt x="595355" y="705025"/>
                </a:lnTo>
                <a:lnTo>
                  <a:pt x="595355" y="423015"/>
                </a:lnTo>
                <a:cubicBezTo>
                  <a:pt x="595355" y="397057"/>
                  <a:pt x="616398" y="376013"/>
                  <a:pt x="642356" y="376013"/>
                </a:cubicBezTo>
                <a:close/>
                <a:moveTo>
                  <a:pt x="250675" y="285927"/>
                </a:moveTo>
                <a:lnTo>
                  <a:pt x="250675" y="940034"/>
                </a:lnTo>
                <a:moveTo>
                  <a:pt x="1065372" y="285927"/>
                </a:moveTo>
                <a:lnTo>
                  <a:pt x="1065372" y="940034"/>
                </a:lnTo>
                <a:moveTo>
                  <a:pt x="0" y="1175043"/>
                </a:moveTo>
                <a:lnTo>
                  <a:pt x="0" y="987036"/>
                </a:lnTo>
                <a:cubicBezTo>
                  <a:pt x="0" y="961078"/>
                  <a:pt x="21043" y="940034"/>
                  <a:pt x="47001" y="940034"/>
                </a:cubicBezTo>
                <a:lnTo>
                  <a:pt x="423015" y="940034"/>
                </a:lnTo>
                <a:lnTo>
                  <a:pt x="423015" y="1128041"/>
                </a:lnTo>
                <a:cubicBezTo>
                  <a:pt x="423015" y="1153999"/>
                  <a:pt x="444059" y="1175043"/>
                  <a:pt x="470017" y="1175043"/>
                </a:cubicBezTo>
                <a:lnTo>
                  <a:pt x="846031" y="1175043"/>
                </a:lnTo>
                <a:cubicBezTo>
                  <a:pt x="871989" y="1175043"/>
                  <a:pt x="893032" y="1153999"/>
                  <a:pt x="893032" y="1128041"/>
                </a:cubicBezTo>
                <a:lnTo>
                  <a:pt x="893032" y="940034"/>
                </a:lnTo>
                <a:lnTo>
                  <a:pt x="1269046" y="940034"/>
                </a:lnTo>
                <a:cubicBezTo>
                  <a:pt x="1295004" y="940034"/>
                  <a:pt x="1316048" y="961078"/>
                  <a:pt x="1316048" y="987036"/>
                </a:cubicBezTo>
                <a:lnTo>
                  <a:pt x="1316048" y="1175043"/>
                </a:lnTo>
                <a:moveTo>
                  <a:pt x="1316048" y="1175043"/>
                </a:moveTo>
                <a:lnTo>
                  <a:pt x="1316048" y="2101041"/>
                </a:lnTo>
                <a:moveTo>
                  <a:pt x="0" y="2101041"/>
                </a:moveTo>
                <a:lnTo>
                  <a:pt x="0" y="1175043"/>
                </a:lnTo>
                <a:moveTo>
                  <a:pt x="94003" y="2853068"/>
                </a:moveTo>
                <a:lnTo>
                  <a:pt x="1222044" y="2853068"/>
                </a:lnTo>
                <a:lnTo>
                  <a:pt x="1222044" y="2696396"/>
                </a:lnTo>
                <a:cubicBezTo>
                  <a:pt x="1222044" y="2627173"/>
                  <a:pt x="1165929" y="2571058"/>
                  <a:pt x="1096707" y="2571058"/>
                </a:cubicBezTo>
                <a:lnTo>
                  <a:pt x="219341" y="2571058"/>
                </a:lnTo>
                <a:cubicBezTo>
                  <a:pt x="150118" y="2571058"/>
                  <a:pt x="94003" y="2627173"/>
                  <a:pt x="94003" y="2696396"/>
                </a:cubicBezTo>
                <a:close/>
                <a:moveTo>
                  <a:pt x="642356" y="2477054"/>
                </a:moveTo>
                <a:lnTo>
                  <a:pt x="673691" y="2477054"/>
                </a:lnTo>
                <a:cubicBezTo>
                  <a:pt x="699649" y="2477054"/>
                  <a:pt x="720693" y="2456011"/>
                  <a:pt x="720693" y="2430053"/>
                </a:cubicBezTo>
                <a:lnTo>
                  <a:pt x="720693" y="2195044"/>
                </a:lnTo>
                <a:lnTo>
                  <a:pt x="595355" y="2195044"/>
                </a:lnTo>
                <a:lnTo>
                  <a:pt x="595355" y="2430053"/>
                </a:lnTo>
                <a:cubicBezTo>
                  <a:pt x="595355" y="2456011"/>
                  <a:pt x="616398" y="2477054"/>
                  <a:pt x="642356" y="2477054"/>
                </a:cubicBezTo>
                <a:close/>
                <a:moveTo>
                  <a:pt x="877365" y="2477054"/>
                </a:moveTo>
                <a:lnTo>
                  <a:pt x="908700" y="2477054"/>
                </a:lnTo>
                <a:cubicBezTo>
                  <a:pt x="934658" y="2477054"/>
                  <a:pt x="955701" y="2456011"/>
                  <a:pt x="955701" y="2430053"/>
                </a:cubicBezTo>
                <a:lnTo>
                  <a:pt x="955701" y="2195044"/>
                </a:lnTo>
                <a:lnTo>
                  <a:pt x="830363" y="2195044"/>
                </a:lnTo>
                <a:lnTo>
                  <a:pt x="830363" y="2430053"/>
                </a:lnTo>
                <a:cubicBezTo>
                  <a:pt x="830363" y="2456011"/>
                  <a:pt x="851407" y="2477054"/>
                  <a:pt x="877365" y="2477054"/>
                </a:cubicBezTo>
                <a:close/>
                <a:moveTo>
                  <a:pt x="407348" y="2477054"/>
                </a:moveTo>
                <a:lnTo>
                  <a:pt x="438682" y="2477054"/>
                </a:lnTo>
                <a:cubicBezTo>
                  <a:pt x="464641" y="2477054"/>
                  <a:pt x="485684" y="2456011"/>
                  <a:pt x="485684" y="2430053"/>
                </a:cubicBezTo>
                <a:lnTo>
                  <a:pt x="485684" y="2195044"/>
                </a:lnTo>
                <a:lnTo>
                  <a:pt x="360346" y="2195044"/>
                </a:lnTo>
                <a:lnTo>
                  <a:pt x="360346" y="2430053"/>
                </a:lnTo>
                <a:cubicBezTo>
                  <a:pt x="360346" y="2456011"/>
                  <a:pt x="381390" y="2477054"/>
                  <a:pt x="407348" y="2477054"/>
                </a:cubicBezTo>
                <a:close/>
                <a:moveTo>
                  <a:pt x="47001" y="2195044"/>
                </a:moveTo>
                <a:cubicBezTo>
                  <a:pt x="21043" y="2195044"/>
                  <a:pt x="0" y="2174001"/>
                  <a:pt x="0" y="2148042"/>
                </a:cubicBezTo>
                <a:lnTo>
                  <a:pt x="0" y="2101040"/>
                </a:lnTo>
                <a:moveTo>
                  <a:pt x="47001" y="2195044"/>
                </a:moveTo>
                <a:lnTo>
                  <a:pt x="1269046" y="2195044"/>
                </a:lnTo>
                <a:moveTo>
                  <a:pt x="250675" y="2195044"/>
                </a:moveTo>
                <a:lnTo>
                  <a:pt x="47001" y="2195044"/>
                </a:lnTo>
                <a:moveTo>
                  <a:pt x="1269046" y="2195044"/>
                </a:moveTo>
                <a:cubicBezTo>
                  <a:pt x="1295004" y="2195044"/>
                  <a:pt x="1316048" y="2174001"/>
                  <a:pt x="1316048" y="2148042"/>
                </a:cubicBezTo>
                <a:lnTo>
                  <a:pt x="1316048" y="2101040"/>
                </a:lnTo>
                <a:moveTo>
                  <a:pt x="1269046" y="2195044"/>
                </a:moveTo>
                <a:lnTo>
                  <a:pt x="1065372" y="2195044"/>
                </a:lnTo>
                <a:moveTo>
                  <a:pt x="250675" y="2195044"/>
                </a:moveTo>
                <a:lnTo>
                  <a:pt x="250675" y="2571058"/>
                </a:lnTo>
                <a:moveTo>
                  <a:pt x="360346" y="2195044"/>
                </a:moveTo>
                <a:lnTo>
                  <a:pt x="250675" y="2195044"/>
                </a:lnTo>
                <a:moveTo>
                  <a:pt x="1065372" y="2195044"/>
                </a:moveTo>
                <a:lnTo>
                  <a:pt x="1065372" y="2571058"/>
                </a:lnTo>
                <a:moveTo>
                  <a:pt x="1065372" y="2195044"/>
                </a:moveTo>
                <a:lnTo>
                  <a:pt x="955701" y="2195044"/>
                </a:lnTo>
                <a:moveTo>
                  <a:pt x="595355" y="2195044"/>
                </a:moveTo>
                <a:lnTo>
                  <a:pt x="485684" y="2195044"/>
                </a:lnTo>
                <a:moveTo>
                  <a:pt x="830363" y="2195044"/>
                </a:moveTo>
                <a:lnTo>
                  <a:pt x="720693" y="2195044"/>
                </a:lnTo>
              </a:path>
            </a:pathLst>
          </a:custGeom>
          <a:noFill/>
          <a:ln w="58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1150496" y="371475"/>
            <a:ext cx="6843007" cy="800100"/>
            <a:chOff x="1150496" y="371475"/>
            <a:chExt cx="6843007" cy="800100"/>
          </a:xfrm>
        </p:grpSpPr>
        <p:sp>
          <p:nvSpPr>
            <p:cNvPr id="10" name="TextBox 9"/>
            <p:cNvSpPr txBox="1"/>
            <p:nvPr/>
          </p:nvSpPr>
          <p:spPr>
            <a:xfrm>
              <a:off x="637271" y="371475"/>
              <a:ext cx="786945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163876"/>
                  </a:solidFill>
                  <a:latin typeface="Aboreto"/>
                </a:rPr>
                <a:t>Budget Planner Domain Layer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7271" y="771525"/>
              <a:ext cx="786945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163876"/>
                  </a:solidFill>
                  <a:latin typeface="Aboreto"/>
                </a:rPr>
                <a:t>Architecture</a:t>
              </a:r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2127909" y="2483030"/>
            <a:ext cx="364263" cy="364263"/>
          </a:xfrm>
          <a:custGeom>
            <a:avLst/>
            <a:gdLst/>
            <a:ahLst/>
            <a:cxnLst/>
            <a:rect l="0" t="0" r="0" b="0"/>
            <a:pathLst>
              <a:path w="364263" h="364263">
                <a:moveTo>
                  <a:pt x="187223" y="113587"/>
                </a:moveTo>
                <a:cubicBezTo>
                  <a:pt x="171556" y="116720"/>
                  <a:pt x="152755" y="118287"/>
                  <a:pt x="133954" y="118287"/>
                </a:cubicBezTo>
                <a:cubicBezTo>
                  <a:pt x="66585" y="118287"/>
                  <a:pt x="11750" y="94786"/>
                  <a:pt x="11750" y="65019"/>
                </a:cubicBezTo>
                <a:cubicBezTo>
                  <a:pt x="11750" y="35251"/>
                  <a:pt x="66585" y="11750"/>
                  <a:pt x="133954" y="11750"/>
                </a:cubicBezTo>
                <a:cubicBezTo>
                  <a:pt x="201324" y="11750"/>
                  <a:pt x="256159" y="35251"/>
                  <a:pt x="256159" y="65019"/>
                </a:cubicBezTo>
                <a:moveTo>
                  <a:pt x="11750" y="65017"/>
                </a:moveTo>
                <a:lnTo>
                  <a:pt x="11750" y="146487"/>
                </a:lnTo>
                <a:cubicBezTo>
                  <a:pt x="11750" y="176254"/>
                  <a:pt x="66585" y="199755"/>
                  <a:pt x="133954" y="199755"/>
                </a:cubicBezTo>
                <a:cubicBezTo>
                  <a:pt x="146488" y="199755"/>
                  <a:pt x="160589" y="198189"/>
                  <a:pt x="171556" y="196622"/>
                </a:cubicBezTo>
                <a:moveTo>
                  <a:pt x="11750" y="146488"/>
                </a:moveTo>
                <a:lnTo>
                  <a:pt x="11750" y="227958"/>
                </a:lnTo>
                <a:cubicBezTo>
                  <a:pt x="11750" y="249892"/>
                  <a:pt x="39951" y="268693"/>
                  <a:pt x="82253" y="276526"/>
                </a:cubicBezTo>
                <a:moveTo>
                  <a:pt x="246759" y="282793"/>
                </a:moveTo>
                <a:cubicBezTo>
                  <a:pt x="268390" y="282793"/>
                  <a:pt x="285927" y="265258"/>
                  <a:pt x="285927" y="243625"/>
                </a:cubicBezTo>
                <a:cubicBezTo>
                  <a:pt x="285927" y="221993"/>
                  <a:pt x="268390" y="204457"/>
                  <a:pt x="246759" y="204457"/>
                </a:cubicBezTo>
                <a:cubicBezTo>
                  <a:pt x="225127" y="204457"/>
                  <a:pt x="207590" y="221993"/>
                  <a:pt x="207590" y="243625"/>
                </a:cubicBezTo>
                <a:cubicBezTo>
                  <a:pt x="207590" y="265258"/>
                  <a:pt x="225127" y="282793"/>
                  <a:pt x="246759" y="282793"/>
                </a:cubicBezTo>
                <a:close/>
                <a:moveTo>
                  <a:pt x="246759" y="165289"/>
                </a:moveTo>
                <a:cubicBezTo>
                  <a:pt x="259737" y="165289"/>
                  <a:pt x="270259" y="154768"/>
                  <a:pt x="270259" y="141789"/>
                </a:cubicBezTo>
                <a:cubicBezTo>
                  <a:pt x="270259" y="128810"/>
                  <a:pt x="259737" y="118288"/>
                  <a:pt x="246759" y="118288"/>
                </a:cubicBezTo>
                <a:cubicBezTo>
                  <a:pt x="233780" y="118288"/>
                  <a:pt x="223258" y="128810"/>
                  <a:pt x="223258" y="141789"/>
                </a:cubicBezTo>
                <a:cubicBezTo>
                  <a:pt x="223258" y="154768"/>
                  <a:pt x="233780" y="165289"/>
                  <a:pt x="246759" y="165289"/>
                </a:cubicBezTo>
                <a:close/>
                <a:moveTo>
                  <a:pt x="152755" y="306294"/>
                </a:moveTo>
                <a:cubicBezTo>
                  <a:pt x="165734" y="306294"/>
                  <a:pt x="176256" y="295774"/>
                  <a:pt x="176256" y="282793"/>
                </a:cubicBezTo>
                <a:cubicBezTo>
                  <a:pt x="176256" y="269814"/>
                  <a:pt x="165734" y="259292"/>
                  <a:pt x="152755" y="259292"/>
                </a:cubicBezTo>
                <a:cubicBezTo>
                  <a:pt x="139776" y="259292"/>
                  <a:pt x="129254" y="269814"/>
                  <a:pt x="129254" y="282793"/>
                </a:cubicBezTo>
                <a:cubicBezTo>
                  <a:pt x="129254" y="295774"/>
                  <a:pt x="139776" y="306294"/>
                  <a:pt x="152755" y="306294"/>
                </a:cubicBezTo>
                <a:close/>
                <a:moveTo>
                  <a:pt x="246759" y="364263"/>
                </a:moveTo>
                <a:cubicBezTo>
                  <a:pt x="259737" y="364263"/>
                  <a:pt x="270259" y="353741"/>
                  <a:pt x="270259" y="340762"/>
                </a:cubicBezTo>
                <a:cubicBezTo>
                  <a:pt x="270259" y="327783"/>
                  <a:pt x="259737" y="317261"/>
                  <a:pt x="246759" y="317261"/>
                </a:cubicBezTo>
                <a:cubicBezTo>
                  <a:pt x="233780" y="317261"/>
                  <a:pt x="223258" y="327783"/>
                  <a:pt x="223258" y="340762"/>
                </a:cubicBezTo>
                <a:cubicBezTo>
                  <a:pt x="223258" y="353741"/>
                  <a:pt x="233780" y="364263"/>
                  <a:pt x="246759" y="364263"/>
                </a:cubicBezTo>
                <a:close/>
                <a:moveTo>
                  <a:pt x="340762" y="337629"/>
                </a:moveTo>
                <a:cubicBezTo>
                  <a:pt x="353741" y="337629"/>
                  <a:pt x="364263" y="327108"/>
                  <a:pt x="364263" y="314128"/>
                </a:cubicBezTo>
                <a:cubicBezTo>
                  <a:pt x="364263" y="301149"/>
                  <a:pt x="353741" y="290627"/>
                  <a:pt x="340762" y="290627"/>
                </a:cubicBezTo>
                <a:cubicBezTo>
                  <a:pt x="327783" y="290627"/>
                  <a:pt x="317261" y="301149"/>
                  <a:pt x="317261" y="314128"/>
                </a:cubicBezTo>
                <a:cubicBezTo>
                  <a:pt x="317261" y="327108"/>
                  <a:pt x="327783" y="337629"/>
                  <a:pt x="340762" y="337629"/>
                </a:cubicBezTo>
                <a:close/>
                <a:moveTo>
                  <a:pt x="0" y="0"/>
                </a:moveTo>
                <a:moveTo>
                  <a:pt x="269478" y="334725"/>
                </a:moveTo>
                <a:lnTo>
                  <a:pt x="318090" y="320432"/>
                </a:lnTo>
                <a:moveTo>
                  <a:pt x="246759" y="282793"/>
                </a:moveTo>
                <a:lnTo>
                  <a:pt x="246759" y="317261"/>
                </a:lnTo>
                <a:moveTo>
                  <a:pt x="0" y="0"/>
                </a:moveTo>
                <a:moveTo>
                  <a:pt x="175076" y="275550"/>
                </a:moveTo>
                <a:lnTo>
                  <a:pt x="210353" y="257912"/>
                </a:lnTo>
                <a:moveTo>
                  <a:pt x="246759" y="165289"/>
                </a:moveTo>
                <a:lnTo>
                  <a:pt x="246759" y="204457"/>
                </a:lnTo>
              </a:path>
            </a:pathLst>
          </a:custGeom>
          <a:noFill/>
          <a:ln w="5871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1965" y="2483030"/>
            <a:ext cx="368180" cy="329012"/>
          </a:xfrm>
          <a:custGeom>
            <a:avLst/>
            <a:gdLst/>
            <a:ahLst/>
            <a:cxnLst/>
            <a:rect l="0" t="0" r="0" b="0"/>
            <a:pathLst>
              <a:path w="368180" h="329012">
                <a:moveTo>
                  <a:pt x="23500" y="47001"/>
                </a:moveTo>
                <a:lnTo>
                  <a:pt x="352512" y="47001"/>
                </a:lnTo>
                <a:cubicBezTo>
                  <a:pt x="352512" y="47001"/>
                  <a:pt x="368180" y="47001"/>
                  <a:pt x="368180" y="62668"/>
                </a:cubicBezTo>
                <a:lnTo>
                  <a:pt x="368180" y="313344"/>
                </a:lnTo>
                <a:cubicBezTo>
                  <a:pt x="368180" y="313344"/>
                  <a:pt x="368180" y="329012"/>
                  <a:pt x="352512" y="329012"/>
                </a:cubicBezTo>
                <a:lnTo>
                  <a:pt x="23500" y="329012"/>
                </a:lnTo>
                <a:cubicBezTo>
                  <a:pt x="23500" y="329012"/>
                  <a:pt x="7833" y="329012"/>
                  <a:pt x="7833" y="313344"/>
                </a:cubicBezTo>
                <a:lnTo>
                  <a:pt x="7833" y="62668"/>
                </a:lnTo>
                <a:cubicBezTo>
                  <a:pt x="7833" y="62668"/>
                  <a:pt x="7833" y="47001"/>
                  <a:pt x="23500" y="47001"/>
                </a:cubicBezTo>
                <a:moveTo>
                  <a:pt x="0" y="0"/>
                </a:moveTo>
                <a:moveTo>
                  <a:pt x="117504" y="191923"/>
                </a:moveTo>
                <a:lnTo>
                  <a:pt x="164506" y="238925"/>
                </a:lnTo>
                <a:lnTo>
                  <a:pt x="266343" y="137088"/>
                </a:lnTo>
              </a:path>
            </a:pathLst>
          </a:custGeom>
          <a:noFill/>
          <a:ln w="5871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43853" y="2530032"/>
            <a:ext cx="360346" cy="282010"/>
          </a:xfrm>
          <a:custGeom>
            <a:avLst/>
            <a:gdLst/>
            <a:ahLst/>
            <a:cxnLst/>
            <a:rect l="0" t="0" r="0" b="0"/>
            <a:pathLst>
              <a:path w="360346" h="282010">
                <a:moveTo>
                  <a:pt x="31334" y="156672"/>
                </a:moveTo>
                <a:lnTo>
                  <a:pt x="329012" y="156672"/>
                </a:lnTo>
                <a:cubicBezTo>
                  <a:pt x="329012" y="156672"/>
                  <a:pt x="360346" y="156672"/>
                  <a:pt x="360346" y="188006"/>
                </a:cubicBezTo>
                <a:lnTo>
                  <a:pt x="360346" y="250675"/>
                </a:lnTo>
                <a:cubicBezTo>
                  <a:pt x="360346" y="250675"/>
                  <a:pt x="360346" y="282010"/>
                  <a:pt x="329012" y="282010"/>
                </a:cubicBezTo>
                <a:lnTo>
                  <a:pt x="31334" y="282010"/>
                </a:lnTo>
                <a:cubicBezTo>
                  <a:pt x="31334" y="282010"/>
                  <a:pt x="0" y="282010"/>
                  <a:pt x="0" y="250675"/>
                </a:cubicBezTo>
                <a:lnTo>
                  <a:pt x="0" y="188006"/>
                </a:lnTo>
                <a:cubicBezTo>
                  <a:pt x="0" y="188006"/>
                  <a:pt x="0" y="156672"/>
                  <a:pt x="31334" y="156672"/>
                </a:cubicBezTo>
                <a:moveTo>
                  <a:pt x="47001" y="235008"/>
                </a:moveTo>
                <a:lnTo>
                  <a:pt x="313344" y="235008"/>
                </a:lnTo>
                <a:moveTo>
                  <a:pt x="309428" y="195840"/>
                </a:moveTo>
                <a:cubicBezTo>
                  <a:pt x="307264" y="195840"/>
                  <a:pt x="305511" y="197594"/>
                  <a:pt x="305511" y="199757"/>
                </a:cubicBezTo>
                <a:cubicBezTo>
                  <a:pt x="305511" y="201920"/>
                  <a:pt x="307264" y="203674"/>
                  <a:pt x="309428" y="203674"/>
                </a:cubicBezTo>
                <a:cubicBezTo>
                  <a:pt x="311591" y="203674"/>
                  <a:pt x="313344" y="201920"/>
                  <a:pt x="313344" y="199757"/>
                </a:cubicBezTo>
                <a:cubicBezTo>
                  <a:pt x="313344" y="197594"/>
                  <a:pt x="311591" y="195840"/>
                  <a:pt x="309428" y="195840"/>
                </a:cubicBezTo>
                <a:lnTo>
                  <a:pt x="309428" y="195840"/>
                </a:lnTo>
                <a:moveTo>
                  <a:pt x="359375" y="180251"/>
                </a:moveTo>
                <a:lnTo>
                  <a:pt x="320849" y="29470"/>
                </a:lnTo>
                <a:cubicBezTo>
                  <a:pt x="316418" y="12131"/>
                  <a:pt x="300799" y="1"/>
                  <a:pt x="282903" y="0"/>
                </a:cubicBezTo>
                <a:lnTo>
                  <a:pt x="77443" y="0"/>
                </a:lnTo>
                <a:cubicBezTo>
                  <a:pt x="59547" y="1"/>
                  <a:pt x="43928" y="12131"/>
                  <a:pt x="39497" y="29470"/>
                </a:cubicBezTo>
                <a:lnTo>
                  <a:pt x="971" y="180251"/>
                </a:lnTo>
              </a:path>
            </a:pathLst>
          </a:custGeom>
          <a:noFill/>
          <a:ln w="5871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87138" y="2490864"/>
            <a:ext cx="282010" cy="360346"/>
          </a:xfrm>
          <a:custGeom>
            <a:avLst/>
            <a:gdLst/>
            <a:ahLst/>
            <a:cxnLst/>
            <a:rect l="0" t="0" r="0" b="0"/>
            <a:pathLst>
              <a:path w="282010" h="360346">
                <a:moveTo>
                  <a:pt x="39168" y="0"/>
                </a:moveTo>
                <a:lnTo>
                  <a:pt x="242842" y="0"/>
                </a:lnTo>
                <a:cubicBezTo>
                  <a:pt x="242842" y="0"/>
                  <a:pt x="282010" y="0"/>
                  <a:pt x="282010" y="39168"/>
                </a:cubicBezTo>
                <a:lnTo>
                  <a:pt x="282010" y="321178"/>
                </a:lnTo>
                <a:cubicBezTo>
                  <a:pt x="282010" y="321178"/>
                  <a:pt x="282010" y="360346"/>
                  <a:pt x="242842" y="360346"/>
                </a:cubicBezTo>
                <a:lnTo>
                  <a:pt x="39168" y="360346"/>
                </a:lnTo>
                <a:cubicBezTo>
                  <a:pt x="39168" y="360346"/>
                  <a:pt x="0" y="360346"/>
                  <a:pt x="0" y="321178"/>
                </a:cubicBezTo>
                <a:lnTo>
                  <a:pt x="0" y="39168"/>
                </a:lnTo>
                <a:cubicBezTo>
                  <a:pt x="0" y="39168"/>
                  <a:pt x="0" y="0"/>
                  <a:pt x="39168" y="0"/>
                </a:cubicBezTo>
                <a:moveTo>
                  <a:pt x="0" y="235008"/>
                </a:moveTo>
                <a:lnTo>
                  <a:pt x="282010" y="235008"/>
                </a:lnTo>
                <a:moveTo>
                  <a:pt x="0" y="125337"/>
                </a:moveTo>
                <a:lnTo>
                  <a:pt x="282010" y="125337"/>
                </a:lnTo>
                <a:moveTo>
                  <a:pt x="141005" y="125337"/>
                </a:moveTo>
                <a:lnTo>
                  <a:pt x="141005" y="360346"/>
                </a:lnTo>
                <a:moveTo>
                  <a:pt x="39168" y="188006"/>
                </a:moveTo>
                <a:lnTo>
                  <a:pt x="86169" y="188006"/>
                </a:lnTo>
                <a:moveTo>
                  <a:pt x="188006" y="188006"/>
                </a:moveTo>
                <a:lnTo>
                  <a:pt x="235008" y="188006"/>
                </a:lnTo>
                <a:moveTo>
                  <a:pt x="188006" y="313344"/>
                </a:moveTo>
                <a:lnTo>
                  <a:pt x="235008" y="313344"/>
                </a:lnTo>
                <a:moveTo>
                  <a:pt x="188006" y="282010"/>
                </a:moveTo>
                <a:lnTo>
                  <a:pt x="235008" y="282010"/>
                </a:lnTo>
                <a:moveTo>
                  <a:pt x="62668" y="164506"/>
                </a:moveTo>
                <a:lnTo>
                  <a:pt x="62668" y="211507"/>
                </a:lnTo>
                <a:moveTo>
                  <a:pt x="39168" y="274176"/>
                </a:moveTo>
                <a:lnTo>
                  <a:pt x="86169" y="321178"/>
                </a:lnTo>
                <a:moveTo>
                  <a:pt x="86169" y="274176"/>
                </a:moveTo>
                <a:lnTo>
                  <a:pt x="39168" y="321178"/>
                </a:lnTo>
                <a:moveTo>
                  <a:pt x="219357" y="78336"/>
                </a:moveTo>
                <a:lnTo>
                  <a:pt x="219357" y="47001"/>
                </a:lnTo>
              </a:path>
            </a:pathLst>
          </a:custGeom>
          <a:noFill/>
          <a:ln w="5871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6332" y="2953051"/>
            <a:ext cx="599169" cy="1504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E2EEFF"/>
                </a:solidFill>
                <a:latin typeface="Aboreto"/>
              </a:rPr>
              <a:t>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1614" y="2953051"/>
            <a:ext cx="896706" cy="1504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E2EEFF"/>
                </a:solidFill>
                <a:latin typeface="Aboreto"/>
              </a:rPr>
              <a:t>Validators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4253" y="2953051"/>
            <a:ext cx="679537" cy="1504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E2EEFF"/>
                </a:solidFill>
                <a:latin typeface="Aboreto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0602" y="2953051"/>
            <a:ext cx="1114949" cy="1504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E2EEFF"/>
                </a:solidFill>
                <a:latin typeface="Aboreto"/>
              </a:rPr>
              <a:t>Calculations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877233" y="3197453"/>
            <a:ext cx="877366" cy="634583"/>
            <a:chOff x="1877233" y="3197453"/>
            <a:chExt cx="877366" cy="634583"/>
          </a:xfrm>
        </p:grpSpPr>
        <p:sp>
          <p:nvSpPr>
            <p:cNvPr id="21" name="TextBox 20"/>
            <p:cNvSpPr txBox="1"/>
            <p:nvPr/>
          </p:nvSpPr>
          <p:spPr>
            <a:xfrm>
              <a:off x="1811431" y="3197453"/>
              <a:ext cx="1008970" cy="126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Dataclass-based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811431" y="3324326"/>
              <a:ext cx="1008970" cy="126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Expense and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11431" y="3451294"/>
              <a:ext cx="1008970" cy="126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BudgetPlan with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811431" y="3578167"/>
              <a:ext cx="1008970" cy="126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__post_init__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811431" y="3705135"/>
              <a:ext cx="1008970" cy="1269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validation.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278294" y="3197458"/>
            <a:ext cx="1083344" cy="507662"/>
            <a:chOff x="3278294" y="3197458"/>
            <a:chExt cx="1083344" cy="507662"/>
          </a:xfrm>
        </p:grpSpPr>
        <p:sp>
          <p:nvSpPr>
            <p:cNvPr id="27" name="TextBox 26"/>
            <p:cNvSpPr txBox="1"/>
            <p:nvPr/>
          </p:nvSpPr>
          <p:spPr>
            <a:xfrm>
              <a:off x="3197044" y="3197458"/>
              <a:ext cx="1245845" cy="126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Fail-fast validation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97044" y="3324426"/>
              <a:ext cx="1245845" cy="126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using pure functions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97044" y="3451299"/>
              <a:ext cx="1245845" cy="126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and frozenset for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197044" y="3578267"/>
              <a:ext cx="1245845" cy="1268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categories.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848967" y="3197453"/>
            <a:ext cx="950118" cy="634583"/>
            <a:chOff x="4848967" y="3197453"/>
            <a:chExt cx="950118" cy="634583"/>
          </a:xfrm>
        </p:grpSpPr>
        <p:sp>
          <p:nvSpPr>
            <p:cNvPr id="32" name="TextBox 31"/>
            <p:cNvSpPr txBox="1"/>
            <p:nvPr/>
          </p:nvSpPr>
          <p:spPr>
            <a:xfrm>
              <a:off x="4777709" y="3197453"/>
              <a:ext cx="1092635" cy="126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Atomic write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77709" y="3324326"/>
              <a:ext cx="1092635" cy="126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patterns using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77709" y="3451294"/>
              <a:ext cx="1092635" cy="126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pathlib to prevent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77709" y="3578167"/>
              <a:ext cx="1092635" cy="126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data corruption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77709" y="3705135"/>
              <a:ext cx="1092635" cy="1269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during saves.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339096" y="3197453"/>
            <a:ext cx="977979" cy="634583"/>
            <a:chOff x="6339096" y="3197453"/>
            <a:chExt cx="977979" cy="634583"/>
          </a:xfrm>
        </p:grpSpPr>
        <p:sp>
          <p:nvSpPr>
            <p:cNvPr id="38" name="TextBox 37"/>
            <p:cNvSpPr txBox="1"/>
            <p:nvPr/>
          </p:nvSpPr>
          <p:spPr>
            <a:xfrm>
              <a:off x="6265748" y="3197453"/>
              <a:ext cx="1124675" cy="126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Pure functions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265748" y="3324326"/>
              <a:ext cx="1124675" cy="126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operating on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265748" y="3451294"/>
              <a:ext cx="1124675" cy="126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List[Expense] with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265748" y="3578167"/>
              <a:ext cx="1124675" cy="126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proper decimal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265748" y="3705135"/>
              <a:ext cx="1124675" cy="1269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handling.</a:t>
              </a:r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92486" y="3123743"/>
            <a:ext cx="1635801" cy="749618"/>
          </a:xfrm>
          <a:custGeom>
            <a:avLst/>
            <a:gdLst/>
            <a:ahLst/>
            <a:cxnLst/>
            <a:rect l="0" t="0" r="0" b="0"/>
            <a:pathLst>
              <a:path w="1635801" h="749618">
                <a:moveTo>
                  <a:pt x="0" y="605367"/>
                </a:moveTo>
                <a:cubicBezTo>
                  <a:pt x="0" y="685035"/>
                  <a:pt x="64243" y="749618"/>
                  <a:pt x="143491" y="749618"/>
                </a:cubicBezTo>
                <a:lnTo>
                  <a:pt x="1492310" y="749618"/>
                </a:lnTo>
                <a:cubicBezTo>
                  <a:pt x="1571558" y="749618"/>
                  <a:pt x="1635801" y="685035"/>
                  <a:pt x="1635801" y="605367"/>
                </a:cubicBezTo>
                <a:moveTo>
                  <a:pt x="1635801" y="605364"/>
                </a:moveTo>
                <a:lnTo>
                  <a:pt x="1635801" y="302682"/>
                </a:lnTo>
                <a:lnTo>
                  <a:pt x="1635801" y="0"/>
                </a:lnTo>
                <a:moveTo>
                  <a:pt x="0" y="0"/>
                </a:moveTo>
                <a:lnTo>
                  <a:pt x="0" y="302682"/>
                </a:lnTo>
                <a:lnTo>
                  <a:pt x="0" y="605364"/>
                </a:lnTo>
              </a:path>
            </a:pathLst>
          </a:custGeom>
          <a:noFill/>
          <a:ln w="5679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28288" y="2042023"/>
            <a:ext cx="1635801" cy="626979"/>
          </a:xfrm>
          <a:custGeom>
            <a:avLst/>
            <a:gdLst/>
            <a:ahLst/>
            <a:cxnLst/>
            <a:rect l="0" t="0" r="0" b="0"/>
            <a:pathLst>
              <a:path w="1635801" h="626979">
                <a:moveTo>
                  <a:pt x="1635801" y="144250"/>
                </a:moveTo>
                <a:cubicBezTo>
                  <a:pt x="1635801" y="64583"/>
                  <a:pt x="1571558" y="0"/>
                  <a:pt x="1492310" y="0"/>
                </a:cubicBezTo>
                <a:lnTo>
                  <a:pt x="143491" y="0"/>
                </a:lnTo>
                <a:cubicBezTo>
                  <a:pt x="64243" y="0"/>
                  <a:pt x="0" y="64583"/>
                  <a:pt x="0" y="144250"/>
                </a:cubicBezTo>
                <a:moveTo>
                  <a:pt x="1635801" y="626979"/>
                </a:moveTo>
                <a:lnTo>
                  <a:pt x="1635801" y="385615"/>
                </a:lnTo>
                <a:lnTo>
                  <a:pt x="1635801" y="144251"/>
                </a:lnTo>
                <a:moveTo>
                  <a:pt x="0" y="144251"/>
                </a:moveTo>
                <a:lnTo>
                  <a:pt x="0" y="385615"/>
                </a:lnTo>
                <a:lnTo>
                  <a:pt x="0" y="626979"/>
                </a:lnTo>
              </a:path>
            </a:pathLst>
          </a:custGeom>
          <a:noFill/>
          <a:ln w="5679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64089" y="2833438"/>
            <a:ext cx="1866782" cy="917289"/>
          </a:xfrm>
          <a:custGeom>
            <a:avLst/>
            <a:gdLst/>
            <a:ahLst/>
            <a:cxnLst/>
            <a:rect l="0" t="0" r="0" b="0"/>
            <a:pathLst>
              <a:path w="1866782" h="917289">
                <a:moveTo>
                  <a:pt x="0" y="773038"/>
                </a:moveTo>
                <a:cubicBezTo>
                  <a:pt x="0" y="852705"/>
                  <a:pt x="64243" y="917289"/>
                  <a:pt x="143491" y="917289"/>
                </a:cubicBezTo>
                <a:lnTo>
                  <a:pt x="1492310" y="917289"/>
                </a:lnTo>
                <a:cubicBezTo>
                  <a:pt x="1571558" y="917289"/>
                  <a:pt x="1635801" y="852705"/>
                  <a:pt x="1635801" y="773038"/>
                </a:cubicBezTo>
                <a:moveTo>
                  <a:pt x="1635801" y="773034"/>
                </a:moveTo>
                <a:lnTo>
                  <a:pt x="1635801" y="531669"/>
                </a:lnTo>
                <a:lnTo>
                  <a:pt x="1635801" y="290305"/>
                </a:lnTo>
                <a:moveTo>
                  <a:pt x="0" y="290305"/>
                </a:moveTo>
                <a:lnTo>
                  <a:pt x="0" y="531669"/>
                </a:lnTo>
                <a:lnTo>
                  <a:pt x="0" y="773034"/>
                </a:lnTo>
                <a:moveTo>
                  <a:pt x="1866782" y="62401"/>
                </a:moveTo>
                <a:lnTo>
                  <a:pt x="1779293" y="62401"/>
                </a:lnTo>
                <a:cubicBezTo>
                  <a:pt x="1700044" y="62401"/>
                  <a:pt x="1635801" y="126984"/>
                  <a:pt x="1635801" y="206651"/>
                </a:cubicBezTo>
                <a:lnTo>
                  <a:pt x="1635801" y="289951"/>
                </a:lnTo>
                <a:moveTo>
                  <a:pt x="1804391" y="124776"/>
                </a:moveTo>
                <a:lnTo>
                  <a:pt x="1866782" y="62391"/>
                </a:lnTo>
                <a:lnTo>
                  <a:pt x="1804391" y="0"/>
                </a:lnTo>
              </a:path>
            </a:pathLst>
          </a:custGeom>
          <a:noFill/>
          <a:ln w="5679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0525" y="371475"/>
            <a:ext cx="7518785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163876"/>
                </a:solidFill>
                <a:latin typeface="Aboreto"/>
              </a:rPr>
              <a:t>Streaming AI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28460" y="2233245"/>
            <a:ext cx="435456" cy="435456"/>
          </a:xfrm>
          <a:custGeom>
            <a:avLst/>
            <a:gdLst/>
            <a:ahLst/>
            <a:cxnLst/>
            <a:rect l="0" t="0" r="0" b="0"/>
            <a:pathLst>
              <a:path w="435456" h="435456">
                <a:moveTo>
                  <a:pt x="189328" y="435456"/>
                </a:moveTo>
                <a:lnTo>
                  <a:pt x="397590" y="435456"/>
                </a:lnTo>
                <a:cubicBezTo>
                  <a:pt x="418503" y="435456"/>
                  <a:pt x="435456" y="418503"/>
                  <a:pt x="435456" y="397590"/>
                </a:cubicBezTo>
                <a:lnTo>
                  <a:pt x="435456" y="208261"/>
                </a:lnTo>
                <a:cubicBezTo>
                  <a:pt x="435456" y="197805"/>
                  <a:pt x="426979" y="189328"/>
                  <a:pt x="416523" y="189328"/>
                </a:cubicBezTo>
                <a:lnTo>
                  <a:pt x="246127" y="189328"/>
                </a:lnTo>
                <a:cubicBezTo>
                  <a:pt x="235671" y="189328"/>
                  <a:pt x="227194" y="197805"/>
                  <a:pt x="227194" y="208261"/>
                </a:cubicBezTo>
                <a:lnTo>
                  <a:pt x="227194" y="397590"/>
                </a:lnTo>
                <a:cubicBezTo>
                  <a:pt x="227194" y="418503"/>
                  <a:pt x="210241" y="435456"/>
                  <a:pt x="189328" y="435456"/>
                </a:cubicBezTo>
                <a:lnTo>
                  <a:pt x="189328" y="435456"/>
                </a:lnTo>
                <a:cubicBezTo>
                  <a:pt x="168416" y="435456"/>
                  <a:pt x="151463" y="418503"/>
                  <a:pt x="151463" y="397590"/>
                </a:cubicBezTo>
                <a:lnTo>
                  <a:pt x="151463" y="265060"/>
                </a:lnTo>
                <a:lnTo>
                  <a:pt x="227194" y="265060"/>
                </a:lnTo>
                <a:moveTo>
                  <a:pt x="388124" y="340792"/>
                </a:moveTo>
                <a:lnTo>
                  <a:pt x="283993" y="340792"/>
                </a:lnTo>
                <a:moveTo>
                  <a:pt x="359724" y="388124"/>
                </a:moveTo>
                <a:lnTo>
                  <a:pt x="283993" y="388124"/>
                </a:lnTo>
                <a:moveTo>
                  <a:pt x="283993" y="236661"/>
                </a:moveTo>
                <a:lnTo>
                  <a:pt x="388124" y="236661"/>
                </a:lnTo>
                <a:lnTo>
                  <a:pt x="388124" y="293459"/>
                </a:lnTo>
                <a:lnTo>
                  <a:pt x="283993" y="293459"/>
                </a:lnTo>
                <a:close/>
                <a:moveTo>
                  <a:pt x="103430" y="388124"/>
                </a:moveTo>
                <a:lnTo>
                  <a:pt x="37865" y="388124"/>
                </a:lnTo>
                <a:cubicBezTo>
                  <a:pt x="16953" y="388124"/>
                  <a:pt x="0" y="371171"/>
                  <a:pt x="0" y="350258"/>
                </a:cubicBezTo>
                <a:lnTo>
                  <a:pt x="0" y="37865"/>
                </a:lnTo>
                <a:cubicBezTo>
                  <a:pt x="0" y="16953"/>
                  <a:pt x="16953" y="0"/>
                  <a:pt x="37865" y="0"/>
                </a:cubicBezTo>
                <a:lnTo>
                  <a:pt x="397590" y="0"/>
                </a:lnTo>
                <a:cubicBezTo>
                  <a:pt x="418503" y="0"/>
                  <a:pt x="435456" y="16953"/>
                  <a:pt x="435456" y="37865"/>
                </a:cubicBezTo>
                <a:lnTo>
                  <a:pt x="435456" y="132530"/>
                </a:lnTo>
                <a:moveTo>
                  <a:pt x="0" y="94664"/>
                </a:moveTo>
                <a:lnTo>
                  <a:pt x="435456" y="94664"/>
                </a:lnTo>
                <a:moveTo>
                  <a:pt x="66265" y="42598"/>
                </a:moveTo>
                <a:cubicBezTo>
                  <a:pt x="63651" y="42598"/>
                  <a:pt x="61531" y="44718"/>
                  <a:pt x="61531" y="47332"/>
                </a:cubicBezTo>
                <a:cubicBezTo>
                  <a:pt x="61531" y="49946"/>
                  <a:pt x="63651" y="52065"/>
                  <a:pt x="66265" y="52065"/>
                </a:cubicBezTo>
                <a:cubicBezTo>
                  <a:pt x="68879" y="52065"/>
                  <a:pt x="70998" y="49946"/>
                  <a:pt x="70998" y="47332"/>
                </a:cubicBezTo>
                <a:cubicBezTo>
                  <a:pt x="70998" y="44718"/>
                  <a:pt x="68879" y="42598"/>
                  <a:pt x="66265" y="42598"/>
                </a:cubicBezTo>
                <a:moveTo>
                  <a:pt x="123063" y="42598"/>
                </a:moveTo>
                <a:cubicBezTo>
                  <a:pt x="120449" y="42598"/>
                  <a:pt x="118330" y="44718"/>
                  <a:pt x="118330" y="47332"/>
                </a:cubicBezTo>
                <a:cubicBezTo>
                  <a:pt x="118330" y="49946"/>
                  <a:pt x="120449" y="52065"/>
                  <a:pt x="123063" y="52065"/>
                </a:cubicBezTo>
                <a:cubicBezTo>
                  <a:pt x="125677" y="52065"/>
                  <a:pt x="127797" y="49946"/>
                  <a:pt x="127797" y="47332"/>
                </a:cubicBezTo>
                <a:cubicBezTo>
                  <a:pt x="127797" y="44718"/>
                  <a:pt x="125677" y="42598"/>
                  <a:pt x="123063" y="42598"/>
                </a:cubicBezTo>
                <a:moveTo>
                  <a:pt x="179862" y="42598"/>
                </a:moveTo>
                <a:cubicBezTo>
                  <a:pt x="177248" y="42598"/>
                  <a:pt x="175129" y="44718"/>
                  <a:pt x="175129" y="47332"/>
                </a:cubicBezTo>
                <a:cubicBezTo>
                  <a:pt x="175129" y="49946"/>
                  <a:pt x="177248" y="52065"/>
                  <a:pt x="179862" y="52065"/>
                </a:cubicBezTo>
                <a:cubicBezTo>
                  <a:pt x="182476" y="52065"/>
                  <a:pt x="184595" y="49946"/>
                  <a:pt x="184595" y="47332"/>
                </a:cubicBezTo>
                <a:cubicBezTo>
                  <a:pt x="184595" y="44718"/>
                  <a:pt x="182476" y="42598"/>
                  <a:pt x="179862" y="42598"/>
                </a:cubicBezTo>
              </a:path>
            </a:pathLst>
          </a:custGeom>
          <a:noFill/>
          <a:ln w="5679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11591" y="2405832"/>
            <a:ext cx="397590" cy="435456"/>
          </a:xfrm>
          <a:custGeom>
            <a:avLst/>
            <a:gdLst/>
            <a:ahLst/>
            <a:cxnLst/>
            <a:rect l="0" t="0" r="0" b="0"/>
            <a:pathLst>
              <a:path w="397590" h="435456">
                <a:moveTo>
                  <a:pt x="179862" y="227194"/>
                </a:moveTo>
                <a:cubicBezTo>
                  <a:pt x="117124" y="227194"/>
                  <a:pt x="66265" y="176335"/>
                  <a:pt x="66265" y="113597"/>
                </a:cubicBezTo>
                <a:cubicBezTo>
                  <a:pt x="66265" y="50859"/>
                  <a:pt x="117124" y="0"/>
                  <a:pt x="179862" y="0"/>
                </a:cubicBezTo>
                <a:close/>
                <a:moveTo>
                  <a:pt x="0" y="435456"/>
                </a:moveTo>
                <a:cubicBezTo>
                  <a:pt x="0" y="336121"/>
                  <a:pt x="80527" y="255594"/>
                  <a:pt x="179862" y="255594"/>
                </a:cubicBezTo>
                <a:lnTo>
                  <a:pt x="179862" y="435456"/>
                </a:lnTo>
                <a:close/>
                <a:moveTo>
                  <a:pt x="217728" y="227194"/>
                </a:moveTo>
                <a:cubicBezTo>
                  <a:pt x="224075" y="227156"/>
                  <a:pt x="230408" y="226586"/>
                  <a:pt x="236661" y="225490"/>
                </a:cubicBezTo>
                <a:lnTo>
                  <a:pt x="236661" y="196523"/>
                </a:lnTo>
                <a:cubicBezTo>
                  <a:pt x="245973" y="194387"/>
                  <a:pt x="254853" y="190680"/>
                  <a:pt x="262921" y="185561"/>
                </a:cubicBezTo>
                <a:lnTo>
                  <a:pt x="283482" y="206122"/>
                </a:lnTo>
                <a:cubicBezTo>
                  <a:pt x="293838" y="198757"/>
                  <a:pt x="302887" y="189708"/>
                  <a:pt x="310253" y="179351"/>
                </a:cubicBezTo>
                <a:lnTo>
                  <a:pt x="289673" y="158790"/>
                </a:lnTo>
                <a:cubicBezTo>
                  <a:pt x="294798" y="150724"/>
                  <a:pt x="298512" y="141843"/>
                  <a:pt x="300654" y="132530"/>
                </a:cubicBezTo>
                <a:lnTo>
                  <a:pt x="329621" y="132530"/>
                </a:lnTo>
                <a:cubicBezTo>
                  <a:pt x="330717" y="126277"/>
                  <a:pt x="331287" y="119944"/>
                  <a:pt x="331325" y="113597"/>
                </a:cubicBezTo>
                <a:cubicBezTo>
                  <a:pt x="331287" y="107249"/>
                  <a:pt x="330717" y="100916"/>
                  <a:pt x="329621" y="94664"/>
                </a:cubicBezTo>
                <a:lnTo>
                  <a:pt x="300654" y="94664"/>
                </a:lnTo>
                <a:cubicBezTo>
                  <a:pt x="298512" y="85350"/>
                  <a:pt x="294798" y="76470"/>
                  <a:pt x="289673" y="68404"/>
                </a:cubicBezTo>
                <a:lnTo>
                  <a:pt x="310234" y="47843"/>
                </a:lnTo>
                <a:cubicBezTo>
                  <a:pt x="302869" y="37486"/>
                  <a:pt x="293820" y="28437"/>
                  <a:pt x="283463" y="21072"/>
                </a:cubicBezTo>
                <a:lnTo>
                  <a:pt x="262921" y="41652"/>
                </a:lnTo>
                <a:cubicBezTo>
                  <a:pt x="254855" y="36526"/>
                  <a:pt x="245974" y="32813"/>
                  <a:pt x="236661" y="30671"/>
                </a:cubicBezTo>
                <a:lnTo>
                  <a:pt x="236661" y="1703"/>
                </a:lnTo>
                <a:cubicBezTo>
                  <a:pt x="230408" y="607"/>
                  <a:pt x="224075" y="38"/>
                  <a:pt x="217728" y="0"/>
                </a:cubicBezTo>
                <a:moveTo>
                  <a:pt x="217728" y="75731"/>
                </a:moveTo>
                <a:cubicBezTo>
                  <a:pt x="238640" y="75731"/>
                  <a:pt x="255594" y="92684"/>
                  <a:pt x="255594" y="113597"/>
                </a:cubicBezTo>
                <a:cubicBezTo>
                  <a:pt x="255594" y="134510"/>
                  <a:pt x="238640" y="151463"/>
                  <a:pt x="217728" y="151463"/>
                </a:cubicBezTo>
                <a:moveTo>
                  <a:pt x="397590" y="435456"/>
                </a:moveTo>
                <a:cubicBezTo>
                  <a:pt x="397522" y="425939"/>
                  <a:pt x="396699" y="416443"/>
                  <a:pt x="395129" y="407057"/>
                </a:cubicBezTo>
                <a:lnTo>
                  <a:pt x="356866" y="407057"/>
                </a:lnTo>
                <a:cubicBezTo>
                  <a:pt x="354336" y="394774"/>
                  <a:pt x="350171" y="382885"/>
                  <a:pt x="344483" y="371709"/>
                </a:cubicBezTo>
                <a:lnTo>
                  <a:pt x="372334" y="343878"/>
                </a:lnTo>
                <a:cubicBezTo>
                  <a:pt x="359305" y="321896"/>
                  <a:pt x="341759" y="302930"/>
                  <a:pt x="320855" y="288234"/>
                </a:cubicBezTo>
                <a:lnTo>
                  <a:pt x="293554" y="315554"/>
                </a:lnTo>
                <a:cubicBezTo>
                  <a:pt x="281835" y="308099"/>
                  <a:pt x="269074" y="302427"/>
                  <a:pt x="255688" y="298723"/>
                </a:cubicBezTo>
                <a:lnTo>
                  <a:pt x="255688" y="259664"/>
                </a:lnTo>
                <a:cubicBezTo>
                  <a:pt x="243214" y="256971"/>
                  <a:pt x="230489" y="255606"/>
                  <a:pt x="217728" y="255594"/>
                </a:cubicBezTo>
                <a:moveTo>
                  <a:pt x="217728" y="359724"/>
                </a:moveTo>
                <a:cubicBezTo>
                  <a:pt x="259553" y="359724"/>
                  <a:pt x="293459" y="393631"/>
                  <a:pt x="293459" y="435456"/>
                </a:cubicBezTo>
              </a:path>
            </a:pathLst>
          </a:custGeom>
          <a:noFill/>
          <a:ln w="5679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64261" y="2420032"/>
            <a:ext cx="425990" cy="265060"/>
          </a:xfrm>
          <a:custGeom>
            <a:avLst/>
            <a:gdLst/>
            <a:ahLst/>
            <a:cxnLst/>
            <a:rect l="0" t="0" r="0" b="0"/>
            <a:pathLst>
              <a:path w="425990" h="265060">
                <a:moveTo>
                  <a:pt x="179862" y="265060"/>
                </a:moveTo>
                <a:lnTo>
                  <a:pt x="18932" y="265060"/>
                </a:lnTo>
                <a:cubicBezTo>
                  <a:pt x="8476" y="265060"/>
                  <a:pt x="0" y="256583"/>
                  <a:pt x="0" y="246127"/>
                </a:cubicBezTo>
                <a:lnTo>
                  <a:pt x="0" y="18932"/>
                </a:lnTo>
                <a:cubicBezTo>
                  <a:pt x="0" y="8476"/>
                  <a:pt x="8476" y="0"/>
                  <a:pt x="18932" y="0"/>
                </a:cubicBezTo>
                <a:lnTo>
                  <a:pt x="407057" y="0"/>
                </a:lnTo>
                <a:cubicBezTo>
                  <a:pt x="417513" y="0"/>
                  <a:pt x="425990" y="8476"/>
                  <a:pt x="425990" y="18932"/>
                </a:cubicBezTo>
                <a:lnTo>
                  <a:pt x="425990" y="160929"/>
                </a:lnTo>
                <a:moveTo>
                  <a:pt x="66265" y="61531"/>
                </a:moveTo>
                <a:cubicBezTo>
                  <a:pt x="76371" y="61318"/>
                  <a:pt x="86127" y="65238"/>
                  <a:pt x="93275" y="72386"/>
                </a:cubicBezTo>
                <a:cubicBezTo>
                  <a:pt x="100424" y="79534"/>
                  <a:pt x="104344" y="89291"/>
                  <a:pt x="104130" y="99397"/>
                </a:cubicBezTo>
                <a:moveTo>
                  <a:pt x="66265" y="203528"/>
                </a:moveTo>
                <a:cubicBezTo>
                  <a:pt x="76371" y="203742"/>
                  <a:pt x="86127" y="199821"/>
                  <a:pt x="93275" y="192673"/>
                </a:cubicBezTo>
                <a:cubicBezTo>
                  <a:pt x="100424" y="185525"/>
                  <a:pt x="104344" y="175769"/>
                  <a:pt x="104130" y="165662"/>
                </a:cubicBezTo>
                <a:lnTo>
                  <a:pt x="104130" y="99397"/>
                </a:lnTo>
                <a:cubicBezTo>
                  <a:pt x="103917" y="89291"/>
                  <a:pt x="107837" y="79534"/>
                  <a:pt x="114985" y="72386"/>
                </a:cubicBezTo>
                <a:cubicBezTo>
                  <a:pt x="122133" y="65238"/>
                  <a:pt x="131890" y="61318"/>
                  <a:pt x="141996" y="61531"/>
                </a:cubicBezTo>
                <a:moveTo>
                  <a:pt x="141996" y="203528"/>
                </a:moveTo>
                <a:cubicBezTo>
                  <a:pt x="131890" y="203742"/>
                  <a:pt x="122133" y="199821"/>
                  <a:pt x="114985" y="192673"/>
                </a:cubicBezTo>
                <a:cubicBezTo>
                  <a:pt x="107837" y="185525"/>
                  <a:pt x="103917" y="175769"/>
                  <a:pt x="104130" y="165662"/>
                </a:cubicBezTo>
              </a:path>
            </a:pathLst>
          </a:custGeom>
          <a:noFill/>
          <a:ln w="5679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1750" y="2787143"/>
            <a:ext cx="81472" cy="2181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163876"/>
                </a:solidFill>
                <a:latin typeface="Abore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2216" y="2787143"/>
            <a:ext cx="112143" cy="2181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163876"/>
                </a:solidFill>
                <a:latin typeface="Aboreto"/>
              </a:rPr>
              <a:t>2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616611" y="2769046"/>
            <a:ext cx="859145" cy="290778"/>
            <a:chOff x="5616611" y="2769046"/>
            <a:chExt cx="859145" cy="290778"/>
          </a:xfrm>
        </p:grpSpPr>
        <p:sp>
          <p:nvSpPr>
            <p:cNvPr id="11" name="TextBox 10"/>
            <p:cNvSpPr txBox="1"/>
            <p:nvPr/>
          </p:nvSpPr>
          <p:spPr>
            <a:xfrm>
              <a:off x="5552176" y="2769046"/>
              <a:ext cx="988016" cy="1453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63876"/>
                  </a:solidFill>
                  <a:latin typeface="Aboreto"/>
                </a:rPr>
                <a:t>Streamlit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52176" y="2914397"/>
              <a:ext cx="988016" cy="145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63876"/>
                  </a:solidFill>
                  <a:latin typeface="Aboreto"/>
                </a:rPr>
                <a:t>Integration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808291" y="2787143"/>
            <a:ext cx="111596" cy="2181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163876"/>
                </a:solidFill>
                <a:latin typeface="Aboreto"/>
              </a:rPr>
              <a:t>3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90525" y="2900380"/>
            <a:ext cx="2417445" cy="285711"/>
            <a:chOff x="390525" y="2900380"/>
            <a:chExt cx="2417445" cy="285711"/>
          </a:xfrm>
        </p:grpSpPr>
        <p:sp>
          <p:nvSpPr>
            <p:cNvPr id="15" name="TextBox 14"/>
            <p:cNvSpPr txBox="1"/>
            <p:nvPr/>
          </p:nvSpPr>
          <p:spPr>
            <a:xfrm>
              <a:off x="390525" y="2900380"/>
              <a:ext cx="2780061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63876"/>
                  </a:solidFill>
                  <a:latin typeface="Noto Serif JP"/>
                </a:rPr>
                <a:t>Automatic fallback to synchronous chat if the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0525" y="3043255"/>
              <a:ext cx="2780061" cy="1428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63876"/>
                  </a:solidFill>
                  <a:latin typeface="Noto Serif JP"/>
                </a:rPr>
                <a:t>streaming endpoint is unavailable.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975028" y="2941634"/>
            <a:ext cx="870708" cy="290778"/>
            <a:chOff x="3975028" y="2941634"/>
            <a:chExt cx="870708" cy="290778"/>
          </a:xfrm>
        </p:grpSpPr>
        <p:sp>
          <p:nvSpPr>
            <p:cNvPr id="18" name="TextBox 17"/>
            <p:cNvSpPr txBox="1"/>
            <p:nvPr/>
          </p:nvSpPr>
          <p:spPr>
            <a:xfrm>
              <a:off x="3909725" y="2941634"/>
              <a:ext cx="1001314" cy="1453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63876"/>
                  </a:solidFill>
                  <a:latin typeface="Aboreto"/>
                </a:rPr>
                <a:t>LLM Client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09725" y="3086985"/>
              <a:ext cx="1001314" cy="145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63876"/>
                  </a:solidFill>
                  <a:latin typeface="Aboreto"/>
                </a:rPr>
                <a:t>Abstraction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374628" y="2941634"/>
            <a:ext cx="614714" cy="290778"/>
            <a:chOff x="7374628" y="2941634"/>
            <a:chExt cx="614714" cy="290778"/>
          </a:xfrm>
        </p:grpSpPr>
        <p:sp>
          <p:nvSpPr>
            <p:cNvPr id="21" name="TextBox 20"/>
            <p:cNvSpPr txBox="1"/>
            <p:nvPr/>
          </p:nvSpPr>
          <p:spPr>
            <a:xfrm>
              <a:off x="7328525" y="2941634"/>
              <a:ext cx="706921" cy="1453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63876"/>
                  </a:solidFill>
                  <a:latin typeface="Aboreto"/>
                </a:rPr>
                <a:t>Real-time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328525" y="3086985"/>
              <a:ext cx="706921" cy="145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63876"/>
                  </a:solidFill>
                  <a:latin typeface="Aboreto"/>
                </a:rPr>
                <a:t>Cursor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611258" y="3150701"/>
            <a:ext cx="869861" cy="245316"/>
            <a:chOff x="5611258" y="3150701"/>
            <a:chExt cx="869861" cy="245316"/>
          </a:xfrm>
        </p:grpSpPr>
        <p:sp>
          <p:nvSpPr>
            <p:cNvPr id="24" name="TextBox 23"/>
            <p:cNvSpPr txBox="1"/>
            <p:nvPr/>
          </p:nvSpPr>
          <p:spPr>
            <a:xfrm>
              <a:off x="5546019" y="3150701"/>
              <a:ext cx="1000340" cy="122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63876"/>
                  </a:solidFill>
                  <a:latin typeface="Noto Serif JP"/>
                </a:rPr>
                <a:t>Create UI slot for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546019" y="3273383"/>
              <a:ext cx="1000340" cy="1226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63876"/>
                  </a:solidFill>
                  <a:latin typeface="Noto Serif JP"/>
                </a:rPr>
                <a:t>updates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998373" y="3323293"/>
            <a:ext cx="824036" cy="367949"/>
            <a:chOff x="3998373" y="3323293"/>
            <a:chExt cx="824036" cy="367949"/>
          </a:xfrm>
        </p:grpSpPr>
        <p:sp>
          <p:nvSpPr>
            <p:cNvPr id="27" name="TextBox 26"/>
            <p:cNvSpPr txBox="1"/>
            <p:nvPr/>
          </p:nvSpPr>
          <p:spPr>
            <a:xfrm>
              <a:off x="3936571" y="3323293"/>
              <a:ext cx="947641" cy="122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63876"/>
                  </a:solidFill>
                  <a:latin typeface="Noto Serif JP"/>
                </a:rPr>
                <a:t>Wrap NIM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36571" y="3445975"/>
              <a:ext cx="947641" cy="1225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63876"/>
                  </a:solidFill>
                  <a:latin typeface="Noto Serif JP"/>
                </a:rPr>
                <a:t>endpoints, yield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36571" y="3568561"/>
              <a:ext cx="947641" cy="122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63876"/>
                  </a:solidFill>
                  <a:latin typeface="Noto Serif JP"/>
                </a:rPr>
                <a:t>tokens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197815" y="3323288"/>
            <a:ext cx="968340" cy="245316"/>
            <a:chOff x="7197815" y="3323288"/>
            <a:chExt cx="968340" cy="245316"/>
          </a:xfrm>
        </p:grpSpPr>
        <p:sp>
          <p:nvSpPr>
            <p:cNvPr id="31" name="TextBox 30"/>
            <p:cNvSpPr txBox="1"/>
            <p:nvPr/>
          </p:nvSpPr>
          <p:spPr>
            <a:xfrm>
              <a:off x="7125190" y="3323288"/>
              <a:ext cx="1113591" cy="122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63876"/>
                  </a:solidFill>
                  <a:latin typeface="Noto Serif JP"/>
                </a:rPr>
                <a:t>Provide immediate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25190" y="3445970"/>
              <a:ext cx="1113591" cy="1226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63876"/>
                  </a:solidFill>
                  <a:latin typeface="Noto Serif JP"/>
                </a:rPr>
                <a:t>visual feedback</a:t>
              </a:r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7886700" y="4829134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8517" y="1827534"/>
            <a:ext cx="3413826" cy="1142752"/>
          </a:xfrm>
          <a:custGeom>
            <a:avLst/>
            <a:gdLst/>
            <a:ahLst/>
            <a:cxnLst/>
            <a:rect l="0" t="0" r="0" b="0"/>
            <a:pathLst>
              <a:path w="3413826" h="1142752">
                <a:moveTo>
                  <a:pt x="0" y="953090"/>
                </a:moveTo>
                <a:cubicBezTo>
                  <a:pt x="0" y="1057798"/>
                  <a:pt x="84953" y="1142752"/>
                  <a:pt x="189652" y="1142752"/>
                </a:cubicBezTo>
                <a:lnTo>
                  <a:pt x="1137942" y="1142752"/>
                </a:lnTo>
                <a:cubicBezTo>
                  <a:pt x="1208112" y="1142752"/>
                  <a:pt x="1269358" y="1104576"/>
                  <a:pt x="1302077" y="1047921"/>
                </a:cubicBezTo>
                <a:cubicBezTo>
                  <a:pt x="1318355" y="1020022"/>
                  <a:pt x="1327594" y="987628"/>
                  <a:pt x="1327594" y="953090"/>
                </a:cubicBezTo>
                <a:cubicBezTo>
                  <a:pt x="1327594" y="987628"/>
                  <a:pt x="1318355" y="1020022"/>
                  <a:pt x="1302077" y="1047921"/>
                </a:cubicBezTo>
                <a:lnTo>
                  <a:pt x="3220612" y="1047921"/>
                </a:lnTo>
                <a:cubicBezTo>
                  <a:pt x="3327292" y="1047921"/>
                  <a:pt x="3413826" y="977188"/>
                  <a:pt x="3413826" y="889873"/>
                </a:cubicBezTo>
                <a:lnTo>
                  <a:pt x="3413826" y="252879"/>
                </a:lnTo>
                <a:cubicBezTo>
                  <a:pt x="3413826" y="165554"/>
                  <a:pt x="3327292" y="94830"/>
                  <a:pt x="3220612" y="94830"/>
                </a:cubicBezTo>
                <a:lnTo>
                  <a:pt x="1302077" y="94830"/>
                </a:lnTo>
                <a:cubicBezTo>
                  <a:pt x="1318355" y="122720"/>
                  <a:pt x="1327594" y="155124"/>
                  <a:pt x="1327594" y="189661"/>
                </a:cubicBezTo>
                <a:cubicBezTo>
                  <a:pt x="1327594" y="155124"/>
                  <a:pt x="1318355" y="122720"/>
                  <a:pt x="1302077" y="94830"/>
                </a:cubicBezTo>
                <a:cubicBezTo>
                  <a:pt x="1269358" y="38166"/>
                  <a:pt x="1208112" y="0"/>
                  <a:pt x="1137942" y="0"/>
                </a:cubicBezTo>
                <a:lnTo>
                  <a:pt x="189652" y="0"/>
                </a:lnTo>
                <a:cubicBezTo>
                  <a:pt x="84953" y="0"/>
                  <a:pt x="0" y="84953"/>
                  <a:pt x="0" y="189661"/>
                </a:cubicBezTo>
                <a:lnTo>
                  <a:pt x="0" y="953090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8517" y="1827535"/>
            <a:ext cx="1327598" cy="1142748"/>
          </a:xfrm>
          <a:custGeom>
            <a:avLst/>
            <a:gdLst/>
            <a:ahLst/>
            <a:cxnLst/>
            <a:rect l="0" t="0" r="0" b="0"/>
            <a:pathLst>
              <a:path w="1327598" h="1142748">
                <a:moveTo>
                  <a:pt x="0" y="284485"/>
                </a:moveTo>
                <a:lnTo>
                  <a:pt x="0" y="189656"/>
                </a:lnTo>
                <a:cubicBezTo>
                  <a:pt x="0" y="84950"/>
                  <a:pt x="84950" y="0"/>
                  <a:pt x="189656" y="0"/>
                </a:cubicBezTo>
                <a:lnTo>
                  <a:pt x="1137941" y="0"/>
                </a:lnTo>
                <a:cubicBezTo>
                  <a:pt x="1208115" y="0"/>
                  <a:pt x="1269358" y="38168"/>
                  <a:pt x="1302074" y="94828"/>
                </a:cubicBezTo>
                <a:cubicBezTo>
                  <a:pt x="1318353" y="122723"/>
                  <a:pt x="1327598" y="155123"/>
                  <a:pt x="1327598" y="189656"/>
                </a:cubicBezTo>
                <a:lnTo>
                  <a:pt x="1327598" y="284485"/>
                </a:lnTo>
                <a:moveTo>
                  <a:pt x="1327598" y="858262"/>
                </a:moveTo>
                <a:lnTo>
                  <a:pt x="1327598" y="284485"/>
                </a:lnTo>
                <a:moveTo>
                  <a:pt x="0" y="284485"/>
                </a:moveTo>
                <a:lnTo>
                  <a:pt x="0" y="858262"/>
                </a:lnTo>
                <a:moveTo>
                  <a:pt x="0" y="858262"/>
                </a:moveTo>
                <a:lnTo>
                  <a:pt x="0" y="953091"/>
                </a:lnTo>
                <a:cubicBezTo>
                  <a:pt x="0" y="1057797"/>
                  <a:pt x="84950" y="1142748"/>
                  <a:pt x="189656" y="1142748"/>
                </a:cubicBezTo>
                <a:lnTo>
                  <a:pt x="1137941" y="1142748"/>
                </a:lnTo>
                <a:cubicBezTo>
                  <a:pt x="1208115" y="1142748"/>
                  <a:pt x="1269358" y="1104579"/>
                  <a:pt x="1302074" y="1047919"/>
                </a:cubicBezTo>
                <a:cubicBezTo>
                  <a:pt x="1318353" y="1020024"/>
                  <a:pt x="1327598" y="987624"/>
                  <a:pt x="1327598" y="953091"/>
                </a:cubicBezTo>
                <a:lnTo>
                  <a:pt x="1327598" y="858262"/>
                </a:lnTo>
              </a:path>
            </a:pathLst>
          </a:custGeom>
          <a:noFill/>
          <a:ln w="59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61656" y="1827534"/>
            <a:ext cx="3413826" cy="1142752"/>
          </a:xfrm>
          <a:custGeom>
            <a:avLst/>
            <a:gdLst/>
            <a:ahLst/>
            <a:cxnLst/>
            <a:rect l="0" t="0" r="0" b="0"/>
            <a:pathLst>
              <a:path w="3413826" h="1142752">
                <a:moveTo>
                  <a:pt x="0" y="953090"/>
                </a:moveTo>
                <a:cubicBezTo>
                  <a:pt x="0" y="1057798"/>
                  <a:pt x="84953" y="1142752"/>
                  <a:pt x="189652" y="1142752"/>
                </a:cubicBezTo>
                <a:lnTo>
                  <a:pt x="1137942" y="1142752"/>
                </a:lnTo>
                <a:cubicBezTo>
                  <a:pt x="1208112" y="1142752"/>
                  <a:pt x="1269358" y="1104576"/>
                  <a:pt x="1302077" y="1047921"/>
                </a:cubicBezTo>
                <a:cubicBezTo>
                  <a:pt x="1318355" y="1020022"/>
                  <a:pt x="1327594" y="987628"/>
                  <a:pt x="1327594" y="953090"/>
                </a:cubicBezTo>
                <a:cubicBezTo>
                  <a:pt x="1327594" y="987628"/>
                  <a:pt x="1318355" y="1020022"/>
                  <a:pt x="1302077" y="1047921"/>
                </a:cubicBezTo>
                <a:lnTo>
                  <a:pt x="3220612" y="1047921"/>
                </a:lnTo>
                <a:cubicBezTo>
                  <a:pt x="3327292" y="1047921"/>
                  <a:pt x="3413826" y="977188"/>
                  <a:pt x="3413826" y="889873"/>
                </a:cubicBezTo>
                <a:lnTo>
                  <a:pt x="3413826" y="252879"/>
                </a:lnTo>
                <a:cubicBezTo>
                  <a:pt x="3413826" y="165554"/>
                  <a:pt x="3327292" y="94830"/>
                  <a:pt x="3220612" y="94830"/>
                </a:cubicBezTo>
                <a:lnTo>
                  <a:pt x="1302077" y="94830"/>
                </a:lnTo>
                <a:cubicBezTo>
                  <a:pt x="1318355" y="122720"/>
                  <a:pt x="1327594" y="155124"/>
                  <a:pt x="1327594" y="189661"/>
                </a:cubicBezTo>
                <a:cubicBezTo>
                  <a:pt x="1327594" y="155124"/>
                  <a:pt x="1318355" y="122720"/>
                  <a:pt x="1302077" y="94830"/>
                </a:cubicBezTo>
                <a:cubicBezTo>
                  <a:pt x="1269358" y="38166"/>
                  <a:pt x="1208112" y="0"/>
                  <a:pt x="1137942" y="0"/>
                </a:cubicBezTo>
                <a:lnTo>
                  <a:pt x="189652" y="0"/>
                </a:lnTo>
                <a:cubicBezTo>
                  <a:pt x="84953" y="0"/>
                  <a:pt x="0" y="84953"/>
                  <a:pt x="0" y="189661"/>
                </a:cubicBezTo>
                <a:lnTo>
                  <a:pt x="0" y="953090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61655" y="1827535"/>
            <a:ext cx="1327598" cy="1142748"/>
          </a:xfrm>
          <a:custGeom>
            <a:avLst/>
            <a:gdLst/>
            <a:ahLst/>
            <a:cxnLst/>
            <a:rect l="0" t="0" r="0" b="0"/>
            <a:pathLst>
              <a:path w="1327598" h="1142748">
                <a:moveTo>
                  <a:pt x="0" y="284485"/>
                </a:moveTo>
                <a:lnTo>
                  <a:pt x="0" y="189656"/>
                </a:lnTo>
                <a:cubicBezTo>
                  <a:pt x="0" y="84950"/>
                  <a:pt x="84950" y="0"/>
                  <a:pt x="189656" y="0"/>
                </a:cubicBezTo>
                <a:lnTo>
                  <a:pt x="1137941" y="0"/>
                </a:lnTo>
                <a:cubicBezTo>
                  <a:pt x="1208115" y="0"/>
                  <a:pt x="1269358" y="38168"/>
                  <a:pt x="1302074" y="94828"/>
                </a:cubicBezTo>
                <a:cubicBezTo>
                  <a:pt x="1318353" y="122723"/>
                  <a:pt x="1327598" y="155123"/>
                  <a:pt x="1327598" y="189656"/>
                </a:cubicBezTo>
                <a:lnTo>
                  <a:pt x="1327598" y="284485"/>
                </a:lnTo>
                <a:moveTo>
                  <a:pt x="1327598" y="858262"/>
                </a:moveTo>
                <a:lnTo>
                  <a:pt x="1327598" y="284485"/>
                </a:lnTo>
                <a:moveTo>
                  <a:pt x="0" y="284485"/>
                </a:moveTo>
                <a:lnTo>
                  <a:pt x="0" y="858262"/>
                </a:lnTo>
                <a:moveTo>
                  <a:pt x="0" y="858262"/>
                </a:moveTo>
                <a:lnTo>
                  <a:pt x="0" y="953091"/>
                </a:lnTo>
                <a:cubicBezTo>
                  <a:pt x="0" y="1057797"/>
                  <a:pt x="84950" y="1142748"/>
                  <a:pt x="189656" y="1142748"/>
                </a:cubicBezTo>
                <a:lnTo>
                  <a:pt x="1137941" y="1142748"/>
                </a:lnTo>
                <a:cubicBezTo>
                  <a:pt x="1208115" y="1142748"/>
                  <a:pt x="1269358" y="1104579"/>
                  <a:pt x="1302074" y="1047919"/>
                </a:cubicBezTo>
                <a:cubicBezTo>
                  <a:pt x="1318353" y="1020024"/>
                  <a:pt x="1327598" y="987624"/>
                  <a:pt x="1327598" y="953091"/>
                </a:cubicBezTo>
                <a:lnTo>
                  <a:pt x="1327598" y="858262"/>
                </a:lnTo>
              </a:path>
            </a:pathLst>
          </a:custGeom>
          <a:noFill/>
          <a:ln w="59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8517" y="3349597"/>
            <a:ext cx="3413826" cy="1142742"/>
          </a:xfrm>
          <a:custGeom>
            <a:avLst/>
            <a:gdLst/>
            <a:ahLst/>
            <a:cxnLst/>
            <a:rect l="0" t="0" r="0" b="0"/>
            <a:pathLst>
              <a:path w="3413826" h="1142742">
                <a:moveTo>
                  <a:pt x="0" y="953090"/>
                </a:moveTo>
                <a:cubicBezTo>
                  <a:pt x="0" y="1057798"/>
                  <a:pt x="84953" y="1142742"/>
                  <a:pt x="189652" y="1142742"/>
                </a:cubicBezTo>
                <a:lnTo>
                  <a:pt x="1137942" y="1142742"/>
                </a:lnTo>
                <a:cubicBezTo>
                  <a:pt x="1208112" y="1142742"/>
                  <a:pt x="1269358" y="1104576"/>
                  <a:pt x="1302077" y="1047921"/>
                </a:cubicBezTo>
                <a:cubicBezTo>
                  <a:pt x="1318355" y="1020022"/>
                  <a:pt x="1327594" y="987628"/>
                  <a:pt x="1327594" y="953090"/>
                </a:cubicBezTo>
                <a:cubicBezTo>
                  <a:pt x="1327594" y="987628"/>
                  <a:pt x="1318355" y="1020022"/>
                  <a:pt x="1302077" y="1047921"/>
                </a:cubicBezTo>
                <a:lnTo>
                  <a:pt x="3220612" y="1047921"/>
                </a:lnTo>
                <a:cubicBezTo>
                  <a:pt x="3327292" y="1047921"/>
                  <a:pt x="3413826" y="977188"/>
                  <a:pt x="3413826" y="889873"/>
                </a:cubicBezTo>
                <a:lnTo>
                  <a:pt x="3413826" y="252879"/>
                </a:lnTo>
                <a:cubicBezTo>
                  <a:pt x="3413826" y="165554"/>
                  <a:pt x="3327292" y="94830"/>
                  <a:pt x="3220612" y="94830"/>
                </a:cubicBezTo>
                <a:lnTo>
                  <a:pt x="1302077" y="94830"/>
                </a:lnTo>
                <a:cubicBezTo>
                  <a:pt x="1318355" y="122720"/>
                  <a:pt x="1327594" y="155124"/>
                  <a:pt x="1327594" y="189661"/>
                </a:cubicBezTo>
                <a:cubicBezTo>
                  <a:pt x="1327594" y="155124"/>
                  <a:pt x="1318355" y="122720"/>
                  <a:pt x="1302077" y="94830"/>
                </a:cubicBezTo>
                <a:cubicBezTo>
                  <a:pt x="1269358" y="38166"/>
                  <a:pt x="1208112" y="0"/>
                  <a:pt x="1137942" y="0"/>
                </a:cubicBezTo>
                <a:lnTo>
                  <a:pt x="189652" y="0"/>
                </a:lnTo>
                <a:cubicBezTo>
                  <a:pt x="84953" y="0"/>
                  <a:pt x="0" y="84953"/>
                  <a:pt x="0" y="189661"/>
                </a:cubicBezTo>
                <a:lnTo>
                  <a:pt x="0" y="953090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8517" y="3349597"/>
            <a:ext cx="1327598" cy="1142747"/>
          </a:xfrm>
          <a:custGeom>
            <a:avLst/>
            <a:gdLst/>
            <a:ahLst/>
            <a:cxnLst/>
            <a:rect l="0" t="0" r="0" b="0"/>
            <a:pathLst>
              <a:path w="1327598" h="1142747">
                <a:moveTo>
                  <a:pt x="0" y="284485"/>
                </a:moveTo>
                <a:lnTo>
                  <a:pt x="0" y="189656"/>
                </a:lnTo>
                <a:cubicBezTo>
                  <a:pt x="0" y="84950"/>
                  <a:pt x="84950" y="0"/>
                  <a:pt x="189656" y="0"/>
                </a:cubicBezTo>
                <a:lnTo>
                  <a:pt x="1137941" y="0"/>
                </a:lnTo>
                <a:cubicBezTo>
                  <a:pt x="1208115" y="0"/>
                  <a:pt x="1269358" y="38168"/>
                  <a:pt x="1302074" y="94828"/>
                </a:cubicBezTo>
                <a:cubicBezTo>
                  <a:pt x="1318353" y="122723"/>
                  <a:pt x="1327598" y="155123"/>
                  <a:pt x="1327598" y="189656"/>
                </a:cubicBezTo>
                <a:lnTo>
                  <a:pt x="1327598" y="284485"/>
                </a:lnTo>
                <a:moveTo>
                  <a:pt x="1327598" y="858261"/>
                </a:moveTo>
                <a:lnTo>
                  <a:pt x="1327598" y="284485"/>
                </a:lnTo>
                <a:moveTo>
                  <a:pt x="0" y="284485"/>
                </a:moveTo>
                <a:lnTo>
                  <a:pt x="0" y="858261"/>
                </a:lnTo>
                <a:moveTo>
                  <a:pt x="0" y="858261"/>
                </a:moveTo>
                <a:lnTo>
                  <a:pt x="0" y="953090"/>
                </a:lnTo>
                <a:cubicBezTo>
                  <a:pt x="0" y="1057796"/>
                  <a:pt x="84950" y="1142747"/>
                  <a:pt x="189656" y="1142747"/>
                </a:cubicBezTo>
                <a:lnTo>
                  <a:pt x="1137941" y="1142747"/>
                </a:lnTo>
                <a:cubicBezTo>
                  <a:pt x="1208115" y="1142747"/>
                  <a:pt x="1269358" y="1104578"/>
                  <a:pt x="1302074" y="1047918"/>
                </a:cubicBezTo>
                <a:cubicBezTo>
                  <a:pt x="1318353" y="1020023"/>
                  <a:pt x="1327598" y="987623"/>
                  <a:pt x="1327598" y="953090"/>
                </a:cubicBezTo>
                <a:lnTo>
                  <a:pt x="1327598" y="858261"/>
                </a:lnTo>
              </a:path>
            </a:pathLst>
          </a:custGeom>
          <a:noFill/>
          <a:ln w="59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61656" y="3349597"/>
            <a:ext cx="3413826" cy="1142752"/>
          </a:xfrm>
          <a:custGeom>
            <a:avLst/>
            <a:gdLst/>
            <a:ahLst/>
            <a:cxnLst/>
            <a:rect l="0" t="0" r="0" b="0"/>
            <a:pathLst>
              <a:path w="3413826" h="1142752">
                <a:moveTo>
                  <a:pt x="0" y="953090"/>
                </a:moveTo>
                <a:cubicBezTo>
                  <a:pt x="0" y="1057798"/>
                  <a:pt x="84953" y="1142752"/>
                  <a:pt x="189652" y="1142752"/>
                </a:cubicBezTo>
                <a:lnTo>
                  <a:pt x="1137942" y="1142752"/>
                </a:lnTo>
                <a:cubicBezTo>
                  <a:pt x="1208112" y="1142752"/>
                  <a:pt x="1269358" y="1104576"/>
                  <a:pt x="1302077" y="1047921"/>
                </a:cubicBezTo>
                <a:cubicBezTo>
                  <a:pt x="1318355" y="1020022"/>
                  <a:pt x="1327594" y="987628"/>
                  <a:pt x="1327594" y="953090"/>
                </a:cubicBezTo>
                <a:cubicBezTo>
                  <a:pt x="1327594" y="987628"/>
                  <a:pt x="1318355" y="1020022"/>
                  <a:pt x="1302077" y="1047921"/>
                </a:cubicBezTo>
                <a:lnTo>
                  <a:pt x="3220612" y="1047921"/>
                </a:lnTo>
                <a:cubicBezTo>
                  <a:pt x="3327292" y="1047921"/>
                  <a:pt x="3413826" y="977188"/>
                  <a:pt x="3413826" y="889873"/>
                </a:cubicBezTo>
                <a:lnTo>
                  <a:pt x="3413826" y="252879"/>
                </a:lnTo>
                <a:cubicBezTo>
                  <a:pt x="3413826" y="165554"/>
                  <a:pt x="3327292" y="94830"/>
                  <a:pt x="3220612" y="94830"/>
                </a:cubicBezTo>
                <a:lnTo>
                  <a:pt x="1302077" y="94830"/>
                </a:lnTo>
                <a:cubicBezTo>
                  <a:pt x="1318355" y="122720"/>
                  <a:pt x="1327594" y="155124"/>
                  <a:pt x="1327594" y="189661"/>
                </a:cubicBezTo>
                <a:cubicBezTo>
                  <a:pt x="1327594" y="155124"/>
                  <a:pt x="1318355" y="122720"/>
                  <a:pt x="1302077" y="94830"/>
                </a:cubicBezTo>
                <a:cubicBezTo>
                  <a:pt x="1269358" y="38166"/>
                  <a:pt x="1208112" y="0"/>
                  <a:pt x="1137942" y="0"/>
                </a:cubicBezTo>
                <a:lnTo>
                  <a:pt x="189652" y="0"/>
                </a:lnTo>
                <a:cubicBezTo>
                  <a:pt x="84953" y="0"/>
                  <a:pt x="0" y="84953"/>
                  <a:pt x="0" y="189661"/>
                </a:cubicBezTo>
                <a:lnTo>
                  <a:pt x="0" y="953090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61655" y="3349597"/>
            <a:ext cx="1327598" cy="1142747"/>
          </a:xfrm>
          <a:custGeom>
            <a:avLst/>
            <a:gdLst/>
            <a:ahLst/>
            <a:cxnLst/>
            <a:rect l="0" t="0" r="0" b="0"/>
            <a:pathLst>
              <a:path w="1327598" h="1142747">
                <a:moveTo>
                  <a:pt x="0" y="284485"/>
                </a:moveTo>
                <a:lnTo>
                  <a:pt x="0" y="189656"/>
                </a:lnTo>
                <a:cubicBezTo>
                  <a:pt x="0" y="84950"/>
                  <a:pt x="84950" y="0"/>
                  <a:pt x="189656" y="0"/>
                </a:cubicBezTo>
                <a:lnTo>
                  <a:pt x="1137941" y="0"/>
                </a:lnTo>
                <a:cubicBezTo>
                  <a:pt x="1208115" y="0"/>
                  <a:pt x="1269358" y="38168"/>
                  <a:pt x="1302074" y="94828"/>
                </a:cubicBezTo>
                <a:cubicBezTo>
                  <a:pt x="1318353" y="122723"/>
                  <a:pt x="1327598" y="155123"/>
                  <a:pt x="1327598" y="189656"/>
                </a:cubicBezTo>
                <a:lnTo>
                  <a:pt x="1327598" y="284485"/>
                </a:lnTo>
                <a:moveTo>
                  <a:pt x="1327598" y="858262"/>
                </a:moveTo>
                <a:lnTo>
                  <a:pt x="1327598" y="284485"/>
                </a:lnTo>
                <a:moveTo>
                  <a:pt x="0" y="284485"/>
                </a:moveTo>
                <a:lnTo>
                  <a:pt x="0" y="858262"/>
                </a:lnTo>
                <a:moveTo>
                  <a:pt x="0" y="858262"/>
                </a:moveTo>
                <a:lnTo>
                  <a:pt x="0" y="953090"/>
                </a:lnTo>
                <a:cubicBezTo>
                  <a:pt x="0" y="1057797"/>
                  <a:pt x="84950" y="1142747"/>
                  <a:pt x="189656" y="1142747"/>
                </a:cubicBezTo>
                <a:lnTo>
                  <a:pt x="1137941" y="1142747"/>
                </a:lnTo>
                <a:cubicBezTo>
                  <a:pt x="1208115" y="1142747"/>
                  <a:pt x="1269358" y="1104579"/>
                  <a:pt x="1302074" y="1047919"/>
                </a:cubicBezTo>
                <a:cubicBezTo>
                  <a:pt x="1318353" y="1020024"/>
                  <a:pt x="1327598" y="987624"/>
                  <a:pt x="1327598" y="953090"/>
                </a:cubicBezTo>
                <a:lnTo>
                  <a:pt x="1327598" y="858262"/>
                </a:lnTo>
              </a:path>
            </a:pathLst>
          </a:custGeom>
          <a:noFill/>
          <a:ln w="59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673055" y="371475"/>
            <a:ext cx="7797888" cy="800100"/>
            <a:chOff x="673055" y="371475"/>
            <a:chExt cx="7797888" cy="800100"/>
          </a:xfrm>
        </p:grpSpPr>
        <p:sp>
          <p:nvSpPr>
            <p:cNvPr id="10" name="TextBox 9"/>
            <p:cNvSpPr txBox="1"/>
            <p:nvPr/>
          </p:nvSpPr>
          <p:spPr>
            <a:xfrm>
              <a:off x="88214" y="371475"/>
              <a:ext cx="8967571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163876"/>
                  </a:solidFill>
                  <a:latin typeface="Aboreto"/>
                </a:rPr>
                <a:t>Cybersec Package Shared Security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8214" y="771525"/>
              <a:ext cx="8967571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163876"/>
                  </a:solidFill>
                  <a:latin typeface="Aboreto"/>
                </a:rPr>
                <a:t>Utilities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202524" y="2323042"/>
            <a:ext cx="859595" cy="151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E2EEFF"/>
                </a:solidFill>
                <a:latin typeface="Aboreto"/>
              </a:rPr>
              <a:t>Heuristics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409994" y="2206904"/>
            <a:ext cx="1608658" cy="384000"/>
            <a:chOff x="2409994" y="2206904"/>
            <a:chExt cx="1608658" cy="384000"/>
          </a:xfrm>
        </p:grpSpPr>
        <p:sp>
          <p:nvSpPr>
            <p:cNvPr id="14" name="TextBox 13"/>
            <p:cNvSpPr txBox="1"/>
            <p:nvPr/>
          </p:nvSpPr>
          <p:spPr>
            <a:xfrm>
              <a:off x="2409994" y="2206904"/>
              <a:ext cx="1849956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Rule-based phishing detection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09994" y="2334920"/>
              <a:ext cx="1849956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returning structured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409994" y="2462936"/>
              <a:ext cx="1849956" cy="12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AnalysisResult dataclasses.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050352" y="2247204"/>
            <a:ext cx="750217" cy="303408"/>
            <a:chOff x="5050352" y="2247204"/>
            <a:chExt cx="750217" cy="303408"/>
          </a:xfrm>
        </p:grpSpPr>
        <p:sp>
          <p:nvSpPr>
            <p:cNvPr id="18" name="TextBox 17"/>
            <p:cNvSpPr txBox="1"/>
            <p:nvPr/>
          </p:nvSpPr>
          <p:spPr>
            <a:xfrm>
              <a:off x="4994086" y="2247204"/>
              <a:ext cx="862749" cy="151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E2EEFF"/>
                  </a:solidFill>
                  <a:latin typeface="Aboreto"/>
                </a:rPr>
                <a:t>Password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994086" y="2398937"/>
              <a:ext cx="862749" cy="151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E2EEFF"/>
                  </a:solidFill>
                  <a:latin typeface="Aboreto"/>
                </a:rPr>
                <a:t>Engine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03134" y="2206904"/>
            <a:ext cx="1622107" cy="384000"/>
            <a:chOff x="6203134" y="2206904"/>
            <a:chExt cx="1622107" cy="384000"/>
          </a:xfrm>
        </p:grpSpPr>
        <p:sp>
          <p:nvSpPr>
            <p:cNvPr id="21" name="TextBox 20"/>
            <p:cNvSpPr txBox="1"/>
            <p:nvPr/>
          </p:nvSpPr>
          <p:spPr>
            <a:xfrm>
              <a:off x="6203134" y="2206904"/>
              <a:ext cx="1865423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100% local entropy calculation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03134" y="2334920"/>
              <a:ext cx="1865423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inspired by zxcvbn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03134" y="2462936"/>
              <a:ext cx="1865423" cy="12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(dictionary/pattern attacks).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259615" y="3845105"/>
            <a:ext cx="745402" cy="151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E2EEFF"/>
                </a:solidFill>
                <a:latin typeface="Aboreto"/>
              </a:rPr>
              <a:t>Sanitizer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2409994" y="3728967"/>
            <a:ext cx="1799262" cy="384000"/>
            <a:chOff x="2409994" y="3728967"/>
            <a:chExt cx="1799262" cy="384000"/>
          </a:xfrm>
        </p:grpSpPr>
        <p:sp>
          <p:nvSpPr>
            <p:cNvPr id="26" name="TextBox 25"/>
            <p:cNvSpPr txBox="1"/>
            <p:nvPr/>
          </p:nvSpPr>
          <p:spPr>
            <a:xfrm>
              <a:off x="2409994" y="3728967"/>
              <a:ext cx="2069151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Unicode normalization and null-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409994" y="3856983"/>
              <a:ext cx="2069151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byte stripping to prevent injection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409994" y="3984999"/>
              <a:ext cx="2069151" cy="12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in heuristic rules.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992363" y="3728921"/>
            <a:ext cx="866184" cy="303408"/>
            <a:chOff x="4992363" y="3728921"/>
            <a:chExt cx="866184" cy="303408"/>
          </a:xfrm>
        </p:grpSpPr>
        <p:sp>
          <p:nvSpPr>
            <p:cNvPr id="30" name="TextBox 29"/>
            <p:cNvSpPr txBox="1"/>
            <p:nvPr/>
          </p:nvSpPr>
          <p:spPr>
            <a:xfrm>
              <a:off x="4927400" y="3728921"/>
              <a:ext cx="996111" cy="151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E2EEFF"/>
                  </a:solidFill>
                  <a:latin typeface="Aboreto"/>
                </a:rPr>
                <a:t>Knowledge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27400" y="3880654"/>
              <a:ext cx="996111" cy="151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E2EEFF"/>
                  </a:solidFill>
                  <a:latin typeface="Aboreto"/>
                </a:rPr>
                <a:t>Base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203134" y="3752619"/>
            <a:ext cx="1848564" cy="256011"/>
            <a:chOff x="6203134" y="3752619"/>
            <a:chExt cx="1848564" cy="256011"/>
          </a:xfrm>
        </p:grpSpPr>
        <p:sp>
          <p:nvSpPr>
            <p:cNvPr id="33" name="TextBox 32"/>
            <p:cNvSpPr txBox="1"/>
            <p:nvPr/>
          </p:nvSpPr>
          <p:spPr>
            <a:xfrm>
              <a:off x="6203134" y="3752619"/>
              <a:ext cx="2125848" cy="128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Structured security facts used for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203134" y="3880634"/>
              <a:ext cx="2125848" cy="127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E2EEFF"/>
                  </a:solidFill>
                  <a:latin typeface="Noto Serif JP"/>
                </a:rPr>
                <a:t>few-shot prompting in CyberGuard.</a:t>
              </a:r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33269" y="1435951"/>
            <a:ext cx="1558966" cy="1367532"/>
          </a:xfrm>
          <a:custGeom>
            <a:avLst/>
            <a:gdLst/>
            <a:ahLst/>
            <a:cxnLst/>
            <a:rect l="0" t="0" r="0" b="0"/>
            <a:pathLst>
              <a:path w="1558966" h="1367532">
                <a:moveTo>
                  <a:pt x="1558966" y="97678"/>
                </a:moveTo>
                <a:lnTo>
                  <a:pt x="1558966" y="1367532"/>
                </a:lnTo>
                <a:lnTo>
                  <a:pt x="0" y="1367532"/>
                </a:lnTo>
                <a:lnTo>
                  <a:pt x="0" y="97678"/>
                </a:lnTo>
                <a:cubicBezTo>
                  <a:pt x="0" y="43919"/>
                  <a:pt x="43919" y="0"/>
                  <a:pt x="97678" y="0"/>
                </a:cubicBezTo>
                <a:lnTo>
                  <a:pt x="1461287" y="0"/>
                </a:lnTo>
                <a:cubicBezTo>
                  <a:pt x="1515141" y="0"/>
                  <a:pt x="1558966" y="43834"/>
                  <a:pt x="1558966" y="97678"/>
                </a:cubicBezTo>
              </a:path>
            </a:pathLst>
          </a:custGeom>
          <a:solidFill>
            <a:srgbClr val="16387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33269" y="1435953"/>
            <a:ext cx="1558967" cy="1367528"/>
          </a:xfrm>
          <a:custGeom>
            <a:avLst/>
            <a:gdLst/>
            <a:ahLst/>
            <a:cxnLst/>
            <a:rect l="0" t="0" r="0" b="0"/>
            <a:pathLst>
              <a:path w="1558967" h="1367528">
                <a:moveTo>
                  <a:pt x="97680" y="0"/>
                </a:moveTo>
                <a:cubicBezTo>
                  <a:pt x="43736" y="0"/>
                  <a:pt x="0" y="43736"/>
                  <a:pt x="0" y="97680"/>
                </a:cubicBezTo>
                <a:moveTo>
                  <a:pt x="1558967" y="1367528"/>
                </a:moveTo>
                <a:lnTo>
                  <a:pt x="1558967" y="97680"/>
                </a:lnTo>
                <a:moveTo>
                  <a:pt x="0" y="97680"/>
                </a:moveTo>
                <a:lnTo>
                  <a:pt x="0" y="1367528"/>
                </a:lnTo>
                <a:moveTo>
                  <a:pt x="97680" y="0"/>
                </a:moveTo>
                <a:lnTo>
                  <a:pt x="1461286" y="0"/>
                </a:lnTo>
                <a:moveTo>
                  <a:pt x="1558967" y="97680"/>
                </a:moveTo>
                <a:cubicBezTo>
                  <a:pt x="1558967" y="43814"/>
                  <a:pt x="1515152" y="0"/>
                  <a:pt x="1461286" y="0"/>
                </a:cubicBezTo>
              </a:path>
            </a:pathLst>
          </a:custGeom>
          <a:noFill/>
          <a:ln w="6107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33269" y="2803480"/>
            <a:ext cx="1558966" cy="1870948"/>
          </a:xfrm>
          <a:custGeom>
            <a:avLst/>
            <a:gdLst/>
            <a:ahLst/>
            <a:cxnLst/>
            <a:rect l="0" t="0" r="0" b="0"/>
            <a:pathLst>
              <a:path w="1558966" h="1870948">
                <a:moveTo>
                  <a:pt x="0" y="1773269"/>
                </a:moveTo>
                <a:lnTo>
                  <a:pt x="0" y="0"/>
                </a:lnTo>
                <a:lnTo>
                  <a:pt x="1558966" y="0"/>
                </a:lnTo>
                <a:lnTo>
                  <a:pt x="1558966" y="1773269"/>
                </a:lnTo>
                <a:cubicBezTo>
                  <a:pt x="1558966" y="1827218"/>
                  <a:pt x="1515237" y="1870948"/>
                  <a:pt x="1461287" y="1870948"/>
                </a:cubicBezTo>
                <a:lnTo>
                  <a:pt x="97678" y="1870948"/>
                </a:lnTo>
                <a:cubicBezTo>
                  <a:pt x="43729" y="1870948"/>
                  <a:pt x="0" y="1827218"/>
                  <a:pt x="0" y="1773269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33269" y="2803481"/>
            <a:ext cx="1558967" cy="1870950"/>
          </a:xfrm>
          <a:custGeom>
            <a:avLst/>
            <a:gdLst/>
            <a:ahLst/>
            <a:cxnLst/>
            <a:rect l="0" t="0" r="0" b="0"/>
            <a:pathLst>
              <a:path w="1558967" h="1870950">
                <a:moveTo>
                  <a:pt x="0" y="1773269"/>
                </a:moveTo>
                <a:cubicBezTo>
                  <a:pt x="0" y="1827217"/>
                  <a:pt x="43733" y="1870950"/>
                  <a:pt x="97680" y="1870950"/>
                </a:cubicBezTo>
                <a:moveTo>
                  <a:pt x="1461286" y="1870950"/>
                </a:moveTo>
                <a:lnTo>
                  <a:pt x="97680" y="1870950"/>
                </a:lnTo>
                <a:moveTo>
                  <a:pt x="1461286" y="1870950"/>
                </a:moveTo>
                <a:cubicBezTo>
                  <a:pt x="1515234" y="1870950"/>
                  <a:pt x="1558967" y="1827217"/>
                  <a:pt x="1558967" y="1773269"/>
                </a:cubicBezTo>
                <a:moveTo>
                  <a:pt x="1558967" y="0"/>
                </a:moveTo>
                <a:lnTo>
                  <a:pt x="1558967" y="1773269"/>
                </a:lnTo>
                <a:moveTo>
                  <a:pt x="0" y="1773269"/>
                </a:moveTo>
                <a:lnTo>
                  <a:pt x="0" y="0"/>
                </a:lnTo>
                <a:moveTo>
                  <a:pt x="1558967" y="0"/>
                </a:moveTo>
                <a:lnTo>
                  <a:pt x="0" y="0"/>
                </a:lnTo>
              </a:path>
            </a:pathLst>
          </a:custGeom>
          <a:noFill/>
          <a:ln w="6107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30949" y="2901161"/>
            <a:ext cx="1363606" cy="854915"/>
          </a:xfrm>
          <a:custGeom>
            <a:avLst/>
            <a:gdLst/>
            <a:ahLst/>
            <a:cxnLst/>
            <a:rect l="0" t="0" r="0" b="0"/>
            <a:pathLst>
              <a:path w="1363606" h="854915">
                <a:moveTo>
                  <a:pt x="0" y="97680"/>
                </a:moveTo>
                <a:lnTo>
                  <a:pt x="0" y="48840"/>
                </a:lnTo>
                <a:cubicBezTo>
                  <a:pt x="0" y="21866"/>
                  <a:pt x="21866" y="0"/>
                  <a:pt x="48840" y="0"/>
                </a:cubicBezTo>
                <a:lnTo>
                  <a:pt x="97680" y="0"/>
                </a:lnTo>
                <a:moveTo>
                  <a:pt x="1363606" y="97680"/>
                </a:moveTo>
                <a:lnTo>
                  <a:pt x="1363606" y="757234"/>
                </a:lnTo>
                <a:moveTo>
                  <a:pt x="0" y="757234"/>
                </a:moveTo>
                <a:lnTo>
                  <a:pt x="0" y="97680"/>
                </a:lnTo>
                <a:moveTo>
                  <a:pt x="97680" y="0"/>
                </a:moveTo>
                <a:lnTo>
                  <a:pt x="1265925" y="0"/>
                </a:lnTo>
                <a:moveTo>
                  <a:pt x="0" y="757234"/>
                </a:moveTo>
                <a:lnTo>
                  <a:pt x="0" y="806074"/>
                </a:lnTo>
                <a:cubicBezTo>
                  <a:pt x="0" y="833048"/>
                  <a:pt x="21866" y="854915"/>
                  <a:pt x="48840" y="854915"/>
                </a:cubicBezTo>
                <a:lnTo>
                  <a:pt x="97680" y="854915"/>
                </a:lnTo>
                <a:moveTo>
                  <a:pt x="1363606" y="97680"/>
                </a:moveTo>
                <a:lnTo>
                  <a:pt x="1363606" y="48840"/>
                </a:lnTo>
                <a:cubicBezTo>
                  <a:pt x="1363606" y="21866"/>
                  <a:pt x="1341739" y="0"/>
                  <a:pt x="1314765" y="0"/>
                </a:cubicBezTo>
                <a:lnTo>
                  <a:pt x="1265925" y="0"/>
                </a:lnTo>
                <a:moveTo>
                  <a:pt x="1265925" y="854915"/>
                </a:moveTo>
                <a:lnTo>
                  <a:pt x="97680" y="854915"/>
                </a:lnTo>
                <a:moveTo>
                  <a:pt x="1363606" y="757234"/>
                </a:moveTo>
                <a:lnTo>
                  <a:pt x="1363606" y="806074"/>
                </a:lnTo>
                <a:cubicBezTo>
                  <a:pt x="1363606" y="833048"/>
                  <a:pt x="1341739" y="854915"/>
                  <a:pt x="1314765" y="854915"/>
                </a:cubicBezTo>
                <a:lnTo>
                  <a:pt x="1265925" y="854915"/>
                </a:lnTo>
              </a:path>
            </a:pathLst>
          </a:custGeom>
          <a:noFill/>
          <a:ln w="6107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30949" y="3853757"/>
            <a:ext cx="1363606" cy="722993"/>
          </a:xfrm>
          <a:custGeom>
            <a:avLst/>
            <a:gdLst/>
            <a:ahLst/>
            <a:cxnLst/>
            <a:rect l="0" t="0" r="0" b="0"/>
            <a:pathLst>
              <a:path w="1363606" h="722993">
                <a:moveTo>
                  <a:pt x="0" y="97680"/>
                </a:moveTo>
                <a:lnTo>
                  <a:pt x="0" y="48840"/>
                </a:lnTo>
                <a:cubicBezTo>
                  <a:pt x="0" y="21866"/>
                  <a:pt x="21866" y="0"/>
                  <a:pt x="48840" y="0"/>
                </a:cubicBezTo>
                <a:lnTo>
                  <a:pt x="97680" y="0"/>
                </a:lnTo>
                <a:moveTo>
                  <a:pt x="1363606" y="97680"/>
                </a:moveTo>
                <a:lnTo>
                  <a:pt x="1363606" y="625312"/>
                </a:lnTo>
                <a:moveTo>
                  <a:pt x="0" y="625312"/>
                </a:moveTo>
                <a:lnTo>
                  <a:pt x="0" y="97680"/>
                </a:lnTo>
                <a:moveTo>
                  <a:pt x="97680" y="0"/>
                </a:moveTo>
                <a:lnTo>
                  <a:pt x="1265925" y="0"/>
                </a:lnTo>
                <a:moveTo>
                  <a:pt x="0" y="625312"/>
                </a:moveTo>
                <a:lnTo>
                  <a:pt x="0" y="674153"/>
                </a:lnTo>
                <a:cubicBezTo>
                  <a:pt x="0" y="701126"/>
                  <a:pt x="21866" y="722993"/>
                  <a:pt x="48840" y="722993"/>
                </a:cubicBezTo>
                <a:lnTo>
                  <a:pt x="97680" y="722993"/>
                </a:lnTo>
                <a:moveTo>
                  <a:pt x="1363606" y="97680"/>
                </a:moveTo>
                <a:lnTo>
                  <a:pt x="1363606" y="48840"/>
                </a:lnTo>
                <a:cubicBezTo>
                  <a:pt x="1363606" y="21866"/>
                  <a:pt x="1341739" y="0"/>
                  <a:pt x="1314765" y="0"/>
                </a:cubicBezTo>
                <a:lnTo>
                  <a:pt x="1265925" y="0"/>
                </a:lnTo>
                <a:moveTo>
                  <a:pt x="1265925" y="722993"/>
                </a:moveTo>
                <a:lnTo>
                  <a:pt x="97680" y="722993"/>
                </a:lnTo>
                <a:moveTo>
                  <a:pt x="1363606" y="625312"/>
                </a:moveTo>
                <a:lnTo>
                  <a:pt x="1363606" y="674153"/>
                </a:lnTo>
                <a:cubicBezTo>
                  <a:pt x="1363606" y="701126"/>
                  <a:pt x="1341739" y="722993"/>
                  <a:pt x="1314765" y="722993"/>
                </a:cubicBezTo>
                <a:lnTo>
                  <a:pt x="1265925" y="722993"/>
                </a:lnTo>
              </a:path>
            </a:pathLst>
          </a:custGeom>
          <a:noFill/>
          <a:ln w="6107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7597" y="1435951"/>
            <a:ext cx="1558966" cy="1367532"/>
          </a:xfrm>
          <a:custGeom>
            <a:avLst/>
            <a:gdLst/>
            <a:ahLst/>
            <a:cxnLst/>
            <a:rect l="0" t="0" r="0" b="0"/>
            <a:pathLst>
              <a:path w="1558966" h="1367532">
                <a:moveTo>
                  <a:pt x="1558966" y="97678"/>
                </a:moveTo>
                <a:lnTo>
                  <a:pt x="1558966" y="1367532"/>
                </a:lnTo>
                <a:lnTo>
                  <a:pt x="0" y="1367532"/>
                </a:lnTo>
                <a:lnTo>
                  <a:pt x="0" y="97678"/>
                </a:lnTo>
                <a:cubicBezTo>
                  <a:pt x="0" y="43919"/>
                  <a:pt x="43919" y="0"/>
                  <a:pt x="97678" y="0"/>
                </a:cubicBezTo>
                <a:lnTo>
                  <a:pt x="1461287" y="0"/>
                </a:lnTo>
                <a:cubicBezTo>
                  <a:pt x="1515141" y="0"/>
                  <a:pt x="1558966" y="43834"/>
                  <a:pt x="1558966" y="97678"/>
                </a:cubicBezTo>
              </a:path>
            </a:pathLst>
          </a:custGeom>
          <a:solidFill>
            <a:srgbClr val="16387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7597" y="1435953"/>
            <a:ext cx="1558967" cy="1367528"/>
          </a:xfrm>
          <a:custGeom>
            <a:avLst/>
            <a:gdLst/>
            <a:ahLst/>
            <a:cxnLst/>
            <a:rect l="0" t="0" r="0" b="0"/>
            <a:pathLst>
              <a:path w="1558967" h="1367528">
                <a:moveTo>
                  <a:pt x="97680" y="0"/>
                </a:moveTo>
                <a:cubicBezTo>
                  <a:pt x="43736" y="0"/>
                  <a:pt x="0" y="43736"/>
                  <a:pt x="0" y="97680"/>
                </a:cubicBezTo>
                <a:moveTo>
                  <a:pt x="1558967" y="1367528"/>
                </a:moveTo>
                <a:lnTo>
                  <a:pt x="1558967" y="97680"/>
                </a:lnTo>
                <a:moveTo>
                  <a:pt x="0" y="97680"/>
                </a:moveTo>
                <a:lnTo>
                  <a:pt x="0" y="1367528"/>
                </a:lnTo>
                <a:moveTo>
                  <a:pt x="97680" y="0"/>
                </a:moveTo>
                <a:lnTo>
                  <a:pt x="1461286" y="0"/>
                </a:lnTo>
                <a:moveTo>
                  <a:pt x="1558967" y="97680"/>
                </a:moveTo>
                <a:cubicBezTo>
                  <a:pt x="1558967" y="43814"/>
                  <a:pt x="1515152" y="0"/>
                  <a:pt x="1461286" y="0"/>
                </a:cubicBezTo>
              </a:path>
            </a:pathLst>
          </a:custGeom>
          <a:noFill/>
          <a:ln w="6107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7597" y="2803480"/>
            <a:ext cx="1558966" cy="1870948"/>
          </a:xfrm>
          <a:custGeom>
            <a:avLst/>
            <a:gdLst/>
            <a:ahLst/>
            <a:cxnLst/>
            <a:rect l="0" t="0" r="0" b="0"/>
            <a:pathLst>
              <a:path w="1558966" h="1870948">
                <a:moveTo>
                  <a:pt x="0" y="1773269"/>
                </a:moveTo>
                <a:lnTo>
                  <a:pt x="0" y="0"/>
                </a:lnTo>
                <a:lnTo>
                  <a:pt x="1558966" y="0"/>
                </a:lnTo>
                <a:lnTo>
                  <a:pt x="1558966" y="1773269"/>
                </a:lnTo>
                <a:cubicBezTo>
                  <a:pt x="1558966" y="1827218"/>
                  <a:pt x="1515237" y="1870948"/>
                  <a:pt x="1461287" y="1870948"/>
                </a:cubicBezTo>
                <a:lnTo>
                  <a:pt x="97678" y="1870948"/>
                </a:lnTo>
                <a:cubicBezTo>
                  <a:pt x="43729" y="1870948"/>
                  <a:pt x="0" y="1827218"/>
                  <a:pt x="0" y="1773269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7597" y="2803481"/>
            <a:ext cx="1558967" cy="1870950"/>
          </a:xfrm>
          <a:custGeom>
            <a:avLst/>
            <a:gdLst/>
            <a:ahLst/>
            <a:cxnLst/>
            <a:rect l="0" t="0" r="0" b="0"/>
            <a:pathLst>
              <a:path w="1558967" h="1870950">
                <a:moveTo>
                  <a:pt x="0" y="1773269"/>
                </a:moveTo>
                <a:cubicBezTo>
                  <a:pt x="0" y="1827217"/>
                  <a:pt x="43733" y="1870950"/>
                  <a:pt x="97680" y="1870950"/>
                </a:cubicBezTo>
                <a:moveTo>
                  <a:pt x="1461286" y="1870950"/>
                </a:moveTo>
                <a:lnTo>
                  <a:pt x="97680" y="1870950"/>
                </a:lnTo>
                <a:moveTo>
                  <a:pt x="1461286" y="1870950"/>
                </a:moveTo>
                <a:cubicBezTo>
                  <a:pt x="1515234" y="1870950"/>
                  <a:pt x="1558967" y="1827217"/>
                  <a:pt x="1558967" y="1773269"/>
                </a:cubicBezTo>
                <a:moveTo>
                  <a:pt x="1558967" y="0"/>
                </a:moveTo>
                <a:lnTo>
                  <a:pt x="1558967" y="1773269"/>
                </a:lnTo>
                <a:moveTo>
                  <a:pt x="0" y="1773269"/>
                </a:moveTo>
                <a:lnTo>
                  <a:pt x="0" y="0"/>
                </a:lnTo>
                <a:moveTo>
                  <a:pt x="1558967" y="0"/>
                </a:moveTo>
                <a:lnTo>
                  <a:pt x="0" y="0"/>
                </a:lnTo>
              </a:path>
            </a:pathLst>
          </a:custGeom>
          <a:noFill/>
          <a:ln w="6107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85278" y="2901161"/>
            <a:ext cx="1363606" cy="854915"/>
          </a:xfrm>
          <a:custGeom>
            <a:avLst/>
            <a:gdLst/>
            <a:ahLst/>
            <a:cxnLst/>
            <a:rect l="0" t="0" r="0" b="0"/>
            <a:pathLst>
              <a:path w="1363606" h="854915">
                <a:moveTo>
                  <a:pt x="0" y="97680"/>
                </a:moveTo>
                <a:lnTo>
                  <a:pt x="0" y="48840"/>
                </a:lnTo>
                <a:cubicBezTo>
                  <a:pt x="0" y="21866"/>
                  <a:pt x="21866" y="0"/>
                  <a:pt x="48840" y="0"/>
                </a:cubicBezTo>
                <a:lnTo>
                  <a:pt x="97680" y="0"/>
                </a:lnTo>
                <a:moveTo>
                  <a:pt x="1363606" y="97680"/>
                </a:moveTo>
                <a:lnTo>
                  <a:pt x="1363606" y="757234"/>
                </a:lnTo>
                <a:moveTo>
                  <a:pt x="0" y="757234"/>
                </a:moveTo>
                <a:lnTo>
                  <a:pt x="0" y="97680"/>
                </a:lnTo>
                <a:moveTo>
                  <a:pt x="97680" y="0"/>
                </a:moveTo>
                <a:lnTo>
                  <a:pt x="1265925" y="0"/>
                </a:lnTo>
                <a:moveTo>
                  <a:pt x="0" y="757234"/>
                </a:moveTo>
                <a:lnTo>
                  <a:pt x="0" y="806074"/>
                </a:lnTo>
                <a:cubicBezTo>
                  <a:pt x="0" y="833048"/>
                  <a:pt x="21866" y="854915"/>
                  <a:pt x="48840" y="854915"/>
                </a:cubicBezTo>
                <a:lnTo>
                  <a:pt x="97680" y="854915"/>
                </a:lnTo>
                <a:moveTo>
                  <a:pt x="1363606" y="97680"/>
                </a:moveTo>
                <a:lnTo>
                  <a:pt x="1363606" y="48840"/>
                </a:lnTo>
                <a:cubicBezTo>
                  <a:pt x="1363606" y="21866"/>
                  <a:pt x="1341739" y="0"/>
                  <a:pt x="1314765" y="0"/>
                </a:cubicBezTo>
                <a:lnTo>
                  <a:pt x="1265925" y="0"/>
                </a:lnTo>
                <a:moveTo>
                  <a:pt x="1265925" y="854915"/>
                </a:moveTo>
                <a:lnTo>
                  <a:pt x="97680" y="854915"/>
                </a:lnTo>
                <a:moveTo>
                  <a:pt x="1363606" y="757234"/>
                </a:moveTo>
                <a:lnTo>
                  <a:pt x="1363606" y="806074"/>
                </a:lnTo>
                <a:cubicBezTo>
                  <a:pt x="1363606" y="833048"/>
                  <a:pt x="1341739" y="854915"/>
                  <a:pt x="1314765" y="854915"/>
                </a:cubicBezTo>
                <a:lnTo>
                  <a:pt x="1265925" y="854915"/>
                </a:lnTo>
              </a:path>
            </a:pathLst>
          </a:custGeom>
          <a:noFill/>
          <a:ln w="6107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85278" y="3853757"/>
            <a:ext cx="1363606" cy="722993"/>
          </a:xfrm>
          <a:custGeom>
            <a:avLst/>
            <a:gdLst/>
            <a:ahLst/>
            <a:cxnLst/>
            <a:rect l="0" t="0" r="0" b="0"/>
            <a:pathLst>
              <a:path w="1363606" h="722993">
                <a:moveTo>
                  <a:pt x="0" y="97680"/>
                </a:moveTo>
                <a:lnTo>
                  <a:pt x="0" y="48840"/>
                </a:lnTo>
                <a:cubicBezTo>
                  <a:pt x="0" y="21866"/>
                  <a:pt x="21866" y="0"/>
                  <a:pt x="48840" y="0"/>
                </a:cubicBezTo>
                <a:lnTo>
                  <a:pt x="97680" y="0"/>
                </a:lnTo>
                <a:moveTo>
                  <a:pt x="1363606" y="97680"/>
                </a:moveTo>
                <a:lnTo>
                  <a:pt x="1363606" y="625312"/>
                </a:lnTo>
                <a:moveTo>
                  <a:pt x="0" y="625312"/>
                </a:moveTo>
                <a:lnTo>
                  <a:pt x="0" y="97680"/>
                </a:lnTo>
                <a:moveTo>
                  <a:pt x="97680" y="0"/>
                </a:moveTo>
                <a:lnTo>
                  <a:pt x="1265925" y="0"/>
                </a:lnTo>
                <a:moveTo>
                  <a:pt x="0" y="625312"/>
                </a:moveTo>
                <a:lnTo>
                  <a:pt x="0" y="674153"/>
                </a:lnTo>
                <a:cubicBezTo>
                  <a:pt x="0" y="701126"/>
                  <a:pt x="21866" y="722993"/>
                  <a:pt x="48840" y="722993"/>
                </a:cubicBezTo>
                <a:lnTo>
                  <a:pt x="97680" y="722993"/>
                </a:lnTo>
                <a:moveTo>
                  <a:pt x="1363606" y="97680"/>
                </a:moveTo>
                <a:lnTo>
                  <a:pt x="1363606" y="48840"/>
                </a:lnTo>
                <a:cubicBezTo>
                  <a:pt x="1363606" y="21866"/>
                  <a:pt x="1341739" y="0"/>
                  <a:pt x="1314765" y="0"/>
                </a:cubicBezTo>
                <a:lnTo>
                  <a:pt x="1265925" y="0"/>
                </a:lnTo>
                <a:moveTo>
                  <a:pt x="1265925" y="722993"/>
                </a:moveTo>
                <a:lnTo>
                  <a:pt x="97680" y="722993"/>
                </a:lnTo>
                <a:moveTo>
                  <a:pt x="1363606" y="625312"/>
                </a:moveTo>
                <a:lnTo>
                  <a:pt x="1363606" y="674153"/>
                </a:lnTo>
                <a:cubicBezTo>
                  <a:pt x="1363606" y="701126"/>
                  <a:pt x="1341739" y="722993"/>
                  <a:pt x="1314765" y="722993"/>
                </a:cubicBezTo>
                <a:lnTo>
                  <a:pt x="1265925" y="722993"/>
                </a:lnTo>
              </a:path>
            </a:pathLst>
          </a:custGeom>
          <a:noFill/>
          <a:ln w="6107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295" y="371475"/>
            <a:ext cx="8997410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163876"/>
                </a:solidFill>
                <a:latin typeface="Aboreto"/>
              </a:rPr>
              <a:t>Session State &amp; Data Flow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528" y="1639449"/>
            <a:ext cx="374448" cy="374452"/>
          </a:xfrm>
          <a:custGeom>
            <a:avLst/>
            <a:gdLst/>
            <a:ahLst/>
            <a:cxnLst/>
            <a:rect l="0" t="0" r="0" b="0"/>
            <a:pathLst>
              <a:path w="374448" h="374452">
                <a:moveTo>
                  <a:pt x="153931" y="178907"/>
                </a:moveTo>
                <a:cubicBezTo>
                  <a:pt x="153928" y="197296"/>
                  <a:pt x="168834" y="212205"/>
                  <a:pt x="187224" y="212205"/>
                </a:cubicBezTo>
                <a:cubicBezTo>
                  <a:pt x="205613" y="212205"/>
                  <a:pt x="220519" y="197296"/>
                  <a:pt x="220516" y="178907"/>
                </a:cubicBezTo>
                <a:cubicBezTo>
                  <a:pt x="220519" y="160518"/>
                  <a:pt x="205613" y="145609"/>
                  <a:pt x="187224" y="145609"/>
                </a:cubicBezTo>
                <a:cubicBezTo>
                  <a:pt x="168834" y="145609"/>
                  <a:pt x="153928" y="160518"/>
                  <a:pt x="153931" y="178907"/>
                </a:cubicBezTo>
                <a:moveTo>
                  <a:pt x="2" y="178907"/>
                </a:moveTo>
                <a:cubicBezTo>
                  <a:pt x="0" y="197296"/>
                  <a:pt x="14906" y="212205"/>
                  <a:pt x="33295" y="212205"/>
                </a:cubicBezTo>
                <a:cubicBezTo>
                  <a:pt x="51684" y="212205"/>
                  <a:pt x="66591" y="197296"/>
                  <a:pt x="66588" y="178907"/>
                </a:cubicBezTo>
                <a:cubicBezTo>
                  <a:pt x="66591" y="160518"/>
                  <a:pt x="51684" y="145609"/>
                  <a:pt x="33295" y="145609"/>
                </a:cubicBezTo>
                <a:cubicBezTo>
                  <a:pt x="14906" y="145609"/>
                  <a:pt x="0" y="160518"/>
                  <a:pt x="2" y="178907"/>
                </a:cubicBezTo>
                <a:moveTo>
                  <a:pt x="153931" y="33298"/>
                </a:moveTo>
                <a:cubicBezTo>
                  <a:pt x="153928" y="51687"/>
                  <a:pt x="168834" y="66596"/>
                  <a:pt x="187224" y="66596"/>
                </a:cubicBezTo>
                <a:cubicBezTo>
                  <a:pt x="205613" y="66596"/>
                  <a:pt x="220519" y="51687"/>
                  <a:pt x="220516" y="33298"/>
                </a:cubicBezTo>
                <a:cubicBezTo>
                  <a:pt x="220519" y="14908"/>
                  <a:pt x="205613" y="0"/>
                  <a:pt x="187224" y="0"/>
                </a:cubicBezTo>
                <a:cubicBezTo>
                  <a:pt x="168834" y="0"/>
                  <a:pt x="153928" y="14908"/>
                  <a:pt x="153931" y="33298"/>
                </a:cubicBezTo>
                <a:moveTo>
                  <a:pt x="153931" y="341154"/>
                </a:moveTo>
                <a:cubicBezTo>
                  <a:pt x="153928" y="359544"/>
                  <a:pt x="168834" y="374452"/>
                  <a:pt x="187224" y="374452"/>
                </a:cubicBezTo>
                <a:cubicBezTo>
                  <a:pt x="205613" y="374452"/>
                  <a:pt x="220519" y="359544"/>
                  <a:pt x="220516" y="341154"/>
                </a:cubicBezTo>
                <a:cubicBezTo>
                  <a:pt x="220519" y="322765"/>
                  <a:pt x="205613" y="307856"/>
                  <a:pt x="187224" y="307856"/>
                </a:cubicBezTo>
                <a:cubicBezTo>
                  <a:pt x="168834" y="307856"/>
                  <a:pt x="153928" y="322765"/>
                  <a:pt x="153931" y="341154"/>
                </a:cubicBezTo>
                <a:moveTo>
                  <a:pt x="307859" y="341154"/>
                </a:moveTo>
                <a:cubicBezTo>
                  <a:pt x="307856" y="359544"/>
                  <a:pt x="322763" y="374452"/>
                  <a:pt x="341152" y="374452"/>
                </a:cubicBezTo>
                <a:cubicBezTo>
                  <a:pt x="359541" y="374452"/>
                  <a:pt x="374448" y="359544"/>
                  <a:pt x="374445" y="341154"/>
                </a:cubicBezTo>
                <a:cubicBezTo>
                  <a:pt x="374448" y="322765"/>
                  <a:pt x="359541" y="307856"/>
                  <a:pt x="341152" y="307856"/>
                </a:cubicBezTo>
                <a:cubicBezTo>
                  <a:pt x="322763" y="307856"/>
                  <a:pt x="307856" y="322765"/>
                  <a:pt x="307859" y="341154"/>
                </a:cubicBezTo>
                <a:moveTo>
                  <a:pt x="307859" y="178907"/>
                </a:moveTo>
                <a:cubicBezTo>
                  <a:pt x="307856" y="197296"/>
                  <a:pt x="322763" y="212205"/>
                  <a:pt x="341152" y="212205"/>
                </a:cubicBezTo>
                <a:cubicBezTo>
                  <a:pt x="359541" y="212205"/>
                  <a:pt x="374448" y="197296"/>
                  <a:pt x="374445" y="178907"/>
                </a:cubicBezTo>
                <a:cubicBezTo>
                  <a:pt x="374448" y="160518"/>
                  <a:pt x="359541" y="145609"/>
                  <a:pt x="341152" y="145609"/>
                </a:cubicBezTo>
                <a:cubicBezTo>
                  <a:pt x="322763" y="145609"/>
                  <a:pt x="307856" y="160518"/>
                  <a:pt x="307859" y="178907"/>
                </a:cubicBezTo>
                <a:moveTo>
                  <a:pt x="2" y="33298"/>
                </a:moveTo>
                <a:cubicBezTo>
                  <a:pt x="0" y="51687"/>
                  <a:pt x="14906" y="66596"/>
                  <a:pt x="33295" y="66596"/>
                </a:cubicBezTo>
                <a:cubicBezTo>
                  <a:pt x="51684" y="66596"/>
                  <a:pt x="66591" y="51687"/>
                  <a:pt x="66588" y="33298"/>
                </a:cubicBezTo>
                <a:cubicBezTo>
                  <a:pt x="66591" y="14908"/>
                  <a:pt x="51684" y="0"/>
                  <a:pt x="33295" y="0"/>
                </a:cubicBezTo>
                <a:cubicBezTo>
                  <a:pt x="14906" y="0"/>
                  <a:pt x="0" y="14908"/>
                  <a:pt x="2" y="33298"/>
                </a:cubicBezTo>
                <a:moveTo>
                  <a:pt x="307859" y="33298"/>
                </a:moveTo>
                <a:cubicBezTo>
                  <a:pt x="307856" y="51687"/>
                  <a:pt x="322763" y="66596"/>
                  <a:pt x="341152" y="66596"/>
                </a:cubicBezTo>
                <a:cubicBezTo>
                  <a:pt x="359541" y="66596"/>
                  <a:pt x="374448" y="51687"/>
                  <a:pt x="374445" y="33298"/>
                </a:cubicBezTo>
                <a:cubicBezTo>
                  <a:pt x="374448" y="14908"/>
                  <a:pt x="359541" y="0"/>
                  <a:pt x="341152" y="0"/>
                </a:cubicBezTo>
                <a:cubicBezTo>
                  <a:pt x="322763" y="0"/>
                  <a:pt x="307856" y="14908"/>
                  <a:pt x="307859" y="33298"/>
                </a:cubicBezTo>
                <a:moveTo>
                  <a:pt x="2" y="341154"/>
                </a:moveTo>
                <a:cubicBezTo>
                  <a:pt x="0" y="359544"/>
                  <a:pt x="14906" y="374452"/>
                  <a:pt x="33295" y="374452"/>
                </a:cubicBezTo>
                <a:cubicBezTo>
                  <a:pt x="51684" y="374452"/>
                  <a:pt x="66591" y="359544"/>
                  <a:pt x="66588" y="341154"/>
                </a:cubicBezTo>
                <a:cubicBezTo>
                  <a:pt x="66591" y="322765"/>
                  <a:pt x="51684" y="307856"/>
                  <a:pt x="33295" y="307856"/>
                </a:cubicBezTo>
                <a:cubicBezTo>
                  <a:pt x="14906" y="307856"/>
                  <a:pt x="0" y="322765"/>
                  <a:pt x="2" y="341154"/>
                </a:cubicBezTo>
                <a:moveTo>
                  <a:pt x="56201" y="316978"/>
                </a:moveTo>
                <a:lnTo>
                  <a:pt x="164317" y="203083"/>
                </a:lnTo>
                <a:moveTo>
                  <a:pt x="341152" y="66607"/>
                </a:moveTo>
                <a:lnTo>
                  <a:pt x="341152" y="145598"/>
                </a:lnTo>
                <a:moveTo>
                  <a:pt x="220516" y="178907"/>
                </a:moveTo>
                <a:lnTo>
                  <a:pt x="307843" y="178907"/>
                </a:lnTo>
                <a:moveTo>
                  <a:pt x="211432" y="156033"/>
                </a:moveTo>
                <a:lnTo>
                  <a:pt x="316927" y="56171"/>
                </a:lnTo>
                <a:moveTo>
                  <a:pt x="57520" y="56171"/>
                </a:moveTo>
                <a:lnTo>
                  <a:pt x="163015" y="156033"/>
                </a:lnTo>
              </a:path>
            </a:pathLst>
          </a:custGeom>
          <a:noFill/>
          <a:ln w="6107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12420" y="1655750"/>
            <a:ext cx="309338" cy="341865"/>
          </a:xfrm>
          <a:custGeom>
            <a:avLst/>
            <a:gdLst/>
            <a:ahLst/>
            <a:cxnLst/>
            <a:rect l="0" t="0" r="0" b="0"/>
            <a:pathLst>
              <a:path w="309338" h="341865">
                <a:moveTo>
                  <a:pt x="16" y="65120"/>
                </a:moveTo>
                <a:cubicBezTo>
                  <a:pt x="16" y="101085"/>
                  <a:pt x="69260" y="130240"/>
                  <a:pt x="154677" y="130240"/>
                </a:cubicBezTo>
                <a:cubicBezTo>
                  <a:pt x="240094" y="130240"/>
                  <a:pt x="309338" y="101085"/>
                  <a:pt x="309338" y="65120"/>
                </a:cubicBezTo>
                <a:cubicBezTo>
                  <a:pt x="309338" y="29155"/>
                  <a:pt x="240094" y="0"/>
                  <a:pt x="154677" y="0"/>
                </a:cubicBezTo>
                <a:cubicBezTo>
                  <a:pt x="69260" y="0"/>
                  <a:pt x="16" y="29155"/>
                  <a:pt x="16" y="65120"/>
                </a:cubicBezTo>
                <a:close/>
                <a:moveTo>
                  <a:pt x="309321" y="130224"/>
                </a:moveTo>
                <a:cubicBezTo>
                  <a:pt x="309321" y="166203"/>
                  <a:pt x="240066" y="195344"/>
                  <a:pt x="154660" y="195344"/>
                </a:cubicBezTo>
                <a:cubicBezTo>
                  <a:pt x="69255" y="195344"/>
                  <a:pt x="0" y="166203"/>
                  <a:pt x="0" y="130224"/>
                </a:cubicBezTo>
                <a:moveTo>
                  <a:pt x="309321" y="203484"/>
                </a:moveTo>
                <a:cubicBezTo>
                  <a:pt x="309321" y="239463"/>
                  <a:pt x="240066" y="268605"/>
                  <a:pt x="154660" y="268605"/>
                </a:cubicBezTo>
                <a:cubicBezTo>
                  <a:pt x="69255" y="268605"/>
                  <a:pt x="0" y="239463"/>
                  <a:pt x="0" y="203484"/>
                </a:cubicBezTo>
                <a:moveTo>
                  <a:pt x="0" y="65104"/>
                </a:moveTo>
                <a:lnTo>
                  <a:pt x="0" y="276745"/>
                </a:lnTo>
                <a:cubicBezTo>
                  <a:pt x="0" y="312724"/>
                  <a:pt x="69255" y="341865"/>
                  <a:pt x="154660" y="341865"/>
                </a:cubicBezTo>
                <a:cubicBezTo>
                  <a:pt x="240066" y="341865"/>
                  <a:pt x="309321" y="312724"/>
                  <a:pt x="309321" y="276745"/>
                </a:cubicBezTo>
                <a:lnTo>
                  <a:pt x="309321" y="65104"/>
                </a:lnTo>
              </a:path>
            </a:pathLst>
          </a:custGeom>
          <a:noFill/>
          <a:ln w="6107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0" name="Group 19"/>
          <p:cNvGrpSpPr/>
          <p:nvPr/>
        </p:nvGrpSpPr>
        <p:grpSpPr>
          <a:xfrm>
            <a:off x="4018700" y="2178282"/>
            <a:ext cx="988094" cy="468943"/>
            <a:chOff x="4018700" y="2178282"/>
            <a:chExt cx="988094" cy="468943"/>
          </a:xfrm>
        </p:grpSpPr>
        <p:sp>
          <p:nvSpPr>
            <p:cNvPr id="17" name="TextBox 16"/>
            <p:cNvSpPr txBox="1"/>
            <p:nvPr/>
          </p:nvSpPr>
          <p:spPr>
            <a:xfrm>
              <a:off x="3944593" y="2178282"/>
              <a:ext cx="1136308" cy="15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E2EEFF"/>
                  </a:solidFill>
                  <a:latin typeface="Aboreto"/>
                </a:rPr>
                <a:t>State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44593" y="2334682"/>
              <a:ext cx="1136308" cy="156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E2EEFF"/>
                  </a:solidFill>
                  <a:latin typeface="Aboreto"/>
                </a:rPr>
                <a:t>Management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44593" y="2490987"/>
              <a:ext cx="1136308" cy="156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E2EEFF"/>
                  </a:solidFill>
                  <a:latin typeface="Aboreto"/>
                </a:rPr>
                <a:t>Pattern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832741" y="2158774"/>
            <a:ext cx="868680" cy="312619"/>
            <a:chOff x="5832741" y="2158774"/>
            <a:chExt cx="868680" cy="312619"/>
          </a:xfrm>
        </p:grpSpPr>
        <p:sp>
          <p:nvSpPr>
            <p:cNvPr id="21" name="TextBox 20"/>
            <p:cNvSpPr txBox="1"/>
            <p:nvPr/>
          </p:nvSpPr>
          <p:spPr>
            <a:xfrm>
              <a:off x="5767590" y="2158774"/>
              <a:ext cx="998982" cy="1563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E2EEFF"/>
                  </a:solidFill>
                  <a:latin typeface="Aboreto"/>
                </a:rPr>
                <a:t>Persistence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767590" y="2315079"/>
              <a:ext cx="998982" cy="15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E2EEFF"/>
                  </a:solidFill>
                  <a:latin typeface="Aboreto"/>
                </a:rPr>
                <a:t>Strategy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315112" y="3250476"/>
            <a:ext cx="1106065" cy="1562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>
                <a:solidFill>
                  <a:srgbClr val="163876"/>
                </a:solidFill>
                <a:latin typeface="Aboreto"/>
              </a:rPr>
              <a:t>Budget State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3947682" y="2998845"/>
            <a:ext cx="1130141" cy="659548"/>
            <a:chOff x="3947682" y="2998845"/>
            <a:chExt cx="1130141" cy="659548"/>
          </a:xfrm>
        </p:grpSpPr>
        <p:sp>
          <p:nvSpPr>
            <p:cNvPr id="25" name="TextBox 24"/>
            <p:cNvSpPr txBox="1"/>
            <p:nvPr/>
          </p:nvSpPr>
          <p:spPr>
            <a:xfrm>
              <a:off x="3862922" y="2998845"/>
              <a:ext cx="1299662" cy="13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Hydration from CSV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862922" y="3130766"/>
              <a:ext cx="1299662" cy="13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into st.ses-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62922" y="3262687"/>
              <a:ext cx="1299662" cy="13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sion_state.plan;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862922" y="3394608"/>
              <a:ext cx="1299662" cy="13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mutation via domain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62922" y="3526530"/>
              <a:ext cx="1299662" cy="131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methods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744171" y="3262688"/>
            <a:ext cx="1045819" cy="1318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>
                <a:solidFill>
                  <a:srgbClr val="E2EEFF"/>
                </a:solidFill>
                <a:latin typeface="Noto Serif JP"/>
              </a:rPr>
              <a:t>Permanent (CSV)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776" y="4137111"/>
            <a:ext cx="1500400" cy="1562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>
                <a:solidFill>
                  <a:srgbClr val="163876"/>
                </a:solidFill>
                <a:latin typeface="Aboreto"/>
              </a:rPr>
              <a:t>CyberGuard State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3955483" y="3951440"/>
            <a:ext cx="1114548" cy="527626"/>
            <a:chOff x="3955483" y="3951440"/>
            <a:chExt cx="1114548" cy="527626"/>
          </a:xfrm>
        </p:grpSpPr>
        <p:sp>
          <p:nvSpPr>
            <p:cNvPr id="33" name="TextBox 32"/>
            <p:cNvSpPr txBox="1"/>
            <p:nvPr/>
          </p:nvSpPr>
          <p:spPr>
            <a:xfrm>
              <a:off x="3871892" y="3951440"/>
              <a:ext cx="1281730" cy="13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Separated concerns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871892" y="4083361"/>
              <a:ext cx="1281730" cy="13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for client singletons,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71892" y="4215282"/>
              <a:ext cx="1281730" cy="13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chat history, and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71892" y="4347203"/>
              <a:ext cx="1281730" cy="131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user feedback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732433" y="4083361"/>
            <a:ext cx="1069305" cy="263784"/>
            <a:chOff x="5732433" y="4083361"/>
            <a:chExt cx="1069305" cy="263784"/>
          </a:xfrm>
        </p:grpSpPr>
        <p:sp>
          <p:nvSpPr>
            <p:cNvPr id="38" name="TextBox 37"/>
            <p:cNvSpPr txBox="1"/>
            <p:nvPr/>
          </p:nvSpPr>
          <p:spPr>
            <a:xfrm>
              <a:off x="5652236" y="4083361"/>
              <a:ext cx="1229700" cy="131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Session-scoped and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652236" y="4215282"/>
              <a:ext cx="1229700" cy="131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E2EEFF"/>
                  </a:solidFill>
                  <a:latin typeface="Noto Serif JP"/>
                </a:rPr>
                <a:t>ephemeral</a:t>
              </a:r>
            </a:p>
          </p:txBody>
        </p:sp>
      </p:grpSp>
      <p:sp>
        <p:nvSpPr>
          <p:cNvPr id="41" name="Rounded Rectangle 40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33446" y="1733963"/>
            <a:ext cx="687285" cy="687285"/>
          </a:xfrm>
          <a:custGeom>
            <a:avLst/>
            <a:gdLst/>
            <a:ahLst/>
            <a:cxnLst/>
            <a:rect l="0" t="0" r="0" b="0"/>
            <a:pathLst>
              <a:path w="687285" h="687285">
                <a:moveTo>
                  <a:pt x="687285" y="343642"/>
                </a:moveTo>
                <a:cubicBezTo>
                  <a:pt x="687285" y="533428"/>
                  <a:pt x="533428" y="687285"/>
                  <a:pt x="343642" y="687285"/>
                </a:cubicBezTo>
                <a:cubicBezTo>
                  <a:pt x="153857" y="687285"/>
                  <a:pt x="0" y="533428"/>
                  <a:pt x="0" y="343642"/>
                </a:cubicBezTo>
                <a:cubicBezTo>
                  <a:pt x="0" y="153857"/>
                  <a:pt x="153857" y="0"/>
                  <a:pt x="343642" y="0"/>
                </a:cubicBezTo>
                <a:cubicBezTo>
                  <a:pt x="533428" y="0"/>
                  <a:pt x="687285" y="153857"/>
                  <a:pt x="687285" y="343642"/>
                </a:cubicBezTo>
                <a:moveTo>
                  <a:pt x="305457" y="685218"/>
                </a:moveTo>
                <a:cubicBezTo>
                  <a:pt x="318001" y="686571"/>
                  <a:pt x="330736" y="687285"/>
                  <a:pt x="343642" y="687285"/>
                </a:cubicBezTo>
                <a:cubicBezTo>
                  <a:pt x="356549" y="687285"/>
                  <a:pt x="369284" y="686571"/>
                  <a:pt x="381828" y="685218"/>
                </a:cubicBezTo>
                <a:lnTo>
                  <a:pt x="305457" y="685218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3446" y="1733962"/>
            <a:ext cx="687285" cy="687285"/>
          </a:xfrm>
          <a:custGeom>
            <a:avLst/>
            <a:gdLst/>
            <a:ahLst/>
            <a:cxnLst/>
            <a:rect l="0" t="0" r="0" b="0"/>
            <a:pathLst>
              <a:path w="687285" h="687285">
                <a:moveTo>
                  <a:pt x="330915" y="82728"/>
                </a:moveTo>
                <a:cubicBezTo>
                  <a:pt x="330915" y="89758"/>
                  <a:pt x="336613" y="95456"/>
                  <a:pt x="343642" y="95456"/>
                </a:cubicBezTo>
                <a:cubicBezTo>
                  <a:pt x="350671" y="95456"/>
                  <a:pt x="356370" y="89758"/>
                  <a:pt x="356370" y="82728"/>
                </a:cubicBezTo>
                <a:cubicBezTo>
                  <a:pt x="356370" y="75699"/>
                  <a:pt x="350671" y="70001"/>
                  <a:pt x="343642" y="70001"/>
                </a:cubicBezTo>
                <a:cubicBezTo>
                  <a:pt x="336613" y="70001"/>
                  <a:pt x="330915" y="75699"/>
                  <a:pt x="330915" y="82728"/>
                </a:cubicBezTo>
                <a:moveTo>
                  <a:pt x="330915" y="604556"/>
                </a:moveTo>
                <a:cubicBezTo>
                  <a:pt x="330915" y="611585"/>
                  <a:pt x="336613" y="617284"/>
                  <a:pt x="343642" y="617284"/>
                </a:cubicBezTo>
                <a:cubicBezTo>
                  <a:pt x="350671" y="617284"/>
                  <a:pt x="356370" y="611585"/>
                  <a:pt x="356370" y="604556"/>
                </a:cubicBezTo>
                <a:cubicBezTo>
                  <a:pt x="356370" y="597527"/>
                  <a:pt x="350671" y="591829"/>
                  <a:pt x="343642" y="591829"/>
                </a:cubicBezTo>
                <a:cubicBezTo>
                  <a:pt x="336613" y="591829"/>
                  <a:pt x="330915" y="597527"/>
                  <a:pt x="330915" y="604556"/>
                </a:cubicBezTo>
                <a:moveTo>
                  <a:pt x="687285" y="343642"/>
                </a:moveTo>
                <a:cubicBezTo>
                  <a:pt x="687285" y="533431"/>
                  <a:pt x="533431" y="687285"/>
                  <a:pt x="343642" y="687285"/>
                </a:cubicBezTo>
                <a:cubicBezTo>
                  <a:pt x="153853" y="687285"/>
                  <a:pt x="0" y="533431"/>
                  <a:pt x="0" y="343642"/>
                </a:cubicBezTo>
                <a:cubicBezTo>
                  <a:pt x="0" y="153853"/>
                  <a:pt x="153853" y="0"/>
                  <a:pt x="343642" y="0"/>
                </a:cubicBezTo>
                <a:cubicBezTo>
                  <a:pt x="533431" y="0"/>
                  <a:pt x="687285" y="153853"/>
                  <a:pt x="687285" y="343642"/>
                </a:cubicBezTo>
                <a:close/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38906" y="2427612"/>
            <a:ext cx="76361" cy="101822"/>
          </a:xfrm>
          <a:custGeom>
            <a:avLst/>
            <a:gdLst/>
            <a:ahLst/>
            <a:cxnLst/>
            <a:rect l="0" t="0" r="0" b="0"/>
            <a:pathLst>
              <a:path w="76361" h="101822">
                <a:moveTo>
                  <a:pt x="0" y="0"/>
                </a:moveTo>
                <a:lnTo>
                  <a:pt x="0" y="101822"/>
                </a:lnTo>
                <a:lnTo>
                  <a:pt x="76361" y="101822"/>
                </a:lnTo>
                <a:lnTo>
                  <a:pt x="76361" y="0"/>
                </a:lnTo>
                <a:lnTo>
                  <a:pt x="0" y="0"/>
                </a:ln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38906" y="2427612"/>
            <a:ext cx="76365" cy="101820"/>
          </a:xfrm>
          <a:custGeom>
            <a:avLst/>
            <a:gdLst/>
            <a:ahLst/>
            <a:cxnLst/>
            <a:rect l="0" t="0" r="0" b="0"/>
            <a:pathLst>
              <a:path w="76365" h="101820">
                <a:moveTo>
                  <a:pt x="0" y="0"/>
                </a:moveTo>
                <a:lnTo>
                  <a:pt x="0" y="101820"/>
                </a:lnTo>
                <a:moveTo>
                  <a:pt x="76365" y="0"/>
                </a:moveTo>
                <a:lnTo>
                  <a:pt x="76365" y="101820"/>
                </a:ln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42533" y="2535796"/>
            <a:ext cx="1069114" cy="702563"/>
          </a:xfrm>
          <a:custGeom>
            <a:avLst/>
            <a:gdLst/>
            <a:ahLst/>
            <a:cxnLst/>
            <a:rect l="0" t="0" r="0" b="0"/>
            <a:pathLst>
              <a:path w="1069114" h="702563">
                <a:moveTo>
                  <a:pt x="1069114" y="664378"/>
                </a:moveTo>
                <a:cubicBezTo>
                  <a:pt x="1069114" y="685466"/>
                  <a:pt x="1052017" y="702563"/>
                  <a:pt x="1030928" y="702563"/>
                </a:cubicBezTo>
                <a:lnTo>
                  <a:pt x="38185" y="702563"/>
                </a:lnTo>
                <a:cubicBezTo>
                  <a:pt x="17097" y="702563"/>
                  <a:pt x="0" y="685466"/>
                  <a:pt x="0" y="664378"/>
                </a:cubicBezTo>
                <a:lnTo>
                  <a:pt x="0" y="38185"/>
                </a:lnTo>
                <a:cubicBezTo>
                  <a:pt x="0" y="17097"/>
                  <a:pt x="17097" y="0"/>
                  <a:pt x="38185" y="0"/>
                </a:cubicBezTo>
                <a:lnTo>
                  <a:pt x="1030928" y="0"/>
                </a:lnTo>
                <a:cubicBezTo>
                  <a:pt x="1052017" y="0"/>
                  <a:pt x="1069114" y="17097"/>
                  <a:pt x="1069114" y="38185"/>
                </a:cubicBezTo>
                <a:lnTo>
                  <a:pt x="1069114" y="664378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42533" y="2535796"/>
            <a:ext cx="1069110" cy="702563"/>
          </a:xfrm>
          <a:custGeom>
            <a:avLst/>
            <a:gdLst/>
            <a:ahLst/>
            <a:cxnLst/>
            <a:rect l="0" t="0" r="0" b="0"/>
            <a:pathLst>
              <a:path w="1069110" h="702563">
                <a:moveTo>
                  <a:pt x="0" y="38182"/>
                </a:moveTo>
                <a:cubicBezTo>
                  <a:pt x="0" y="17094"/>
                  <a:pt x="17094" y="0"/>
                  <a:pt x="38182" y="0"/>
                </a:cubicBezTo>
                <a:lnTo>
                  <a:pt x="1030928" y="0"/>
                </a:lnTo>
                <a:cubicBezTo>
                  <a:pt x="1052015" y="0"/>
                  <a:pt x="1069110" y="17094"/>
                  <a:pt x="1069110" y="38182"/>
                </a:cubicBezTo>
                <a:moveTo>
                  <a:pt x="0" y="38182"/>
                </a:moveTo>
                <a:lnTo>
                  <a:pt x="0" y="664381"/>
                </a:lnTo>
                <a:moveTo>
                  <a:pt x="1069110" y="38182"/>
                </a:moveTo>
                <a:lnTo>
                  <a:pt x="1069110" y="664381"/>
                </a:lnTo>
                <a:moveTo>
                  <a:pt x="1069110" y="664381"/>
                </a:moveTo>
                <a:cubicBezTo>
                  <a:pt x="1069110" y="685468"/>
                  <a:pt x="1052015" y="702563"/>
                  <a:pt x="1030928" y="702563"/>
                </a:cubicBezTo>
                <a:lnTo>
                  <a:pt x="38182" y="702563"/>
                </a:lnTo>
                <a:cubicBezTo>
                  <a:pt x="17094" y="702563"/>
                  <a:pt x="0" y="685468"/>
                  <a:pt x="0" y="664381"/>
                </a:cubicBezTo>
                <a:moveTo>
                  <a:pt x="521827" y="38182"/>
                </a:moveTo>
                <a:cubicBezTo>
                  <a:pt x="521827" y="45211"/>
                  <a:pt x="527526" y="50910"/>
                  <a:pt x="534555" y="50910"/>
                </a:cubicBezTo>
                <a:cubicBezTo>
                  <a:pt x="541584" y="50910"/>
                  <a:pt x="547282" y="45211"/>
                  <a:pt x="547282" y="38182"/>
                </a:cubicBezTo>
                <a:cubicBezTo>
                  <a:pt x="547282" y="31153"/>
                  <a:pt x="541584" y="25455"/>
                  <a:pt x="534555" y="25455"/>
                </a:cubicBezTo>
                <a:cubicBezTo>
                  <a:pt x="527526" y="25455"/>
                  <a:pt x="521827" y="31153"/>
                  <a:pt x="521827" y="38182"/>
                </a:cubicBezTo>
                <a:moveTo>
                  <a:pt x="521827" y="664381"/>
                </a:moveTo>
                <a:cubicBezTo>
                  <a:pt x="521827" y="671410"/>
                  <a:pt x="527526" y="677108"/>
                  <a:pt x="534555" y="677108"/>
                </a:cubicBezTo>
                <a:cubicBezTo>
                  <a:pt x="541584" y="677108"/>
                  <a:pt x="547282" y="671410"/>
                  <a:pt x="547282" y="664381"/>
                </a:cubicBezTo>
                <a:cubicBezTo>
                  <a:pt x="547282" y="657352"/>
                  <a:pt x="541584" y="651653"/>
                  <a:pt x="534555" y="651653"/>
                </a:cubicBezTo>
                <a:cubicBezTo>
                  <a:pt x="527526" y="651653"/>
                  <a:pt x="521827" y="657352"/>
                  <a:pt x="521827" y="664381"/>
                </a:cubicBez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38259" y="3244722"/>
            <a:ext cx="76361" cy="1215475"/>
          </a:xfrm>
          <a:custGeom>
            <a:avLst/>
            <a:gdLst/>
            <a:ahLst/>
            <a:cxnLst/>
            <a:rect l="0" t="0" r="0" b="0"/>
            <a:pathLst>
              <a:path w="76361" h="1215475">
                <a:moveTo>
                  <a:pt x="0" y="0"/>
                </a:moveTo>
                <a:lnTo>
                  <a:pt x="0" y="1215475"/>
                </a:lnTo>
                <a:lnTo>
                  <a:pt x="76361" y="1215475"/>
                </a:lnTo>
                <a:lnTo>
                  <a:pt x="76361" y="0"/>
                </a:lnTo>
                <a:lnTo>
                  <a:pt x="0" y="0"/>
                </a:ln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38259" y="3244723"/>
            <a:ext cx="76365" cy="1215477"/>
          </a:xfrm>
          <a:custGeom>
            <a:avLst/>
            <a:gdLst/>
            <a:ahLst/>
            <a:cxnLst/>
            <a:rect l="0" t="0" r="0" b="0"/>
            <a:pathLst>
              <a:path w="76365" h="1215477">
                <a:moveTo>
                  <a:pt x="0" y="0"/>
                </a:moveTo>
                <a:lnTo>
                  <a:pt x="0" y="1215477"/>
                </a:lnTo>
                <a:moveTo>
                  <a:pt x="76365" y="0"/>
                </a:moveTo>
                <a:lnTo>
                  <a:pt x="76365" y="1215477"/>
                </a:ln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880" y="4466564"/>
            <a:ext cx="392020" cy="152733"/>
          </a:xfrm>
          <a:custGeom>
            <a:avLst/>
            <a:gdLst/>
            <a:ahLst/>
            <a:cxnLst/>
            <a:rect l="0" t="0" r="0" b="0"/>
            <a:pathLst>
              <a:path w="392020" h="152733">
                <a:moveTo>
                  <a:pt x="361207" y="0"/>
                </a:moveTo>
                <a:lnTo>
                  <a:pt x="31213" y="0"/>
                </a:lnTo>
                <a:cubicBezTo>
                  <a:pt x="12534" y="0"/>
                  <a:pt x="0" y="18859"/>
                  <a:pt x="7505" y="35680"/>
                </a:cubicBezTo>
                <a:lnTo>
                  <a:pt x="59731" y="152733"/>
                </a:lnTo>
                <a:lnTo>
                  <a:pt x="337632" y="152733"/>
                </a:lnTo>
                <a:lnTo>
                  <a:pt x="385267" y="34851"/>
                </a:lnTo>
                <a:cubicBezTo>
                  <a:pt x="392020" y="18145"/>
                  <a:pt x="379495" y="0"/>
                  <a:pt x="361207" y="0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880" y="4466564"/>
            <a:ext cx="392019" cy="152730"/>
          </a:xfrm>
          <a:custGeom>
            <a:avLst/>
            <a:gdLst/>
            <a:ahLst/>
            <a:cxnLst/>
            <a:rect l="0" t="0" r="0" b="0"/>
            <a:pathLst>
              <a:path w="392019" h="152730">
                <a:moveTo>
                  <a:pt x="361205" y="0"/>
                </a:moveTo>
                <a:lnTo>
                  <a:pt x="31213" y="0"/>
                </a:lnTo>
                <a:cubicBezTo>
                  <a:pt x="12532" y="0"/>
                  <a:pt x="0" y="18860"/>
                  <a:pt x="7505" y="35681"/>
                </a:cubicBezTo>
                <a:lnTo>
                  <a:pt x="59734" y="152730"/>
                </a:lnTo>
                <a:lnTo>
                  <a:pt x="337634" y="152730"/>
                </a:lnTo>
                <a:lnTo>
                  <a:pt x="385266" y="34853"/>
                </a:lnTo>
                <a:cubicBezTo>
                  <a:pt x="392019" y="18141"/>
                  <a:pt x="379495" y="0"/>
                  <a:pt x="361205" y="0"/>
                </a:cubicBezTo>
                <a:close/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13438" y="4470741"/>
            <a:ext cx="4177804" cy="148603"/>
          </a:xfrm>
          <a:custGeom>
            <a:avLst/>
            <a:gdLst/>
            <a:ahLst/>
            <a:cxnLst/>
            <a:rect l="0" t="0" r="0" b="0"/>
            <a:pathLst>
              <a:path w="4177804" h="148603">
                <a:moveTo>
                  <a:pt x="0" y="148603"/>
                </a:moveTo>
                <a:lnTo>
                  <a:pt x="131002" y="148603"/>
                </a:lnTo>
                <a:cubicBezTo>
                  <a:pt x="131002" y="148603"/>
                  <a:pt x="153460" y="136554"/>
                  <a:pt x="153460" y="108440"/>
                </a:cubicBezTo>
                <a:cubicBezTo>
                  <a:pt x="172175" y="128521"/>
                  <a:pt x="179661" y="148603"/>
                  <a:pt x="179661" y="148603"/>
                </a:cubicBezTo>
                <a:cubicBezTo>
                  <a:pt x="179661" y="148603"/>
                  <a:pt x="164690" y="44179"/>
                  <a:pt x="202119" y="0"/>
                </a:cubicBezTo>
                <a:cubicBezTo>
                  <a:pt x="194633" y="88358"/>
                  <a:pt x="232063" y="148603"/>
                  <a:pt x="232063" y="148603"/>
                </a:cubicBezTo>
                <a:cubicBezTo>
                  <a:pt x="232063" y="148603"/>
                  <a:pt x="232063" y="120489"/>
                  <a:pt x="247034" y="96391"/>
                </a:cubicBezTo>
                <a:cubicBezTo>
                  <a:pt x="254520" y="140570"/>
                  <a:pt x="269492" y="148603"/>
                  <a:pt x="269492" y="148603"/>
                </a:cubicBezTo>
                <a:lnTo>
                  <a:pt x="299436" y="148603"/>
                </a:lnTo>
                <a:cubicBezTo>
                  <a:pt x="299436" y="148603"/>
                  <a:pt x="329379" y="112457"/>
                  <a:pt x="321894" y="20081"/>
                </a:cubicBezTo>
                <a:cubicBezTo>
                  <a:pt x="351837" y="60245"/>
                  <a:pt x="344351" y="148603"/>
                  <a:pt x="344351" y="148603"/>
                </a:cubicBezTo>
                <a:cubicBezTo>
                  <a:pt x="344351" y="148603"/>
                  <a:pt x="344351" y="136554"/>
                  <a:pt x="366809" y="120489"/>
                </a:cubicBezTo>
                <a:cubicBezTo>
                  <a:pt x="366809" y="144587"/>
                  <a:pt x="389267" y="148603"/>
                  <a:pt x="389267" y="148603"/>
                </a:cubicBezTo>
                <a:lnTo>
                  <a:pt x="1406618" y="148603"/>
                </a:lnTo>
                <a:cubicBezTo>
                  <a:pt x="1406618" y="148603"/>
                  <a:pt x="1417847" y="132538"/>
                  <a:pt x="1410361" y="108440"/>
                </a:cubicBezTo>
                <a:cubicBezTo>
                  <a:pt x="1436562" y="120489"/>
                  <a:pt x="1436562" y="148603"/>
                  <a:pt x="1436562" y="148603"/>
                </a:cubicBezTo>
                <a:cubicBezTo>
                  <a:pt x="1436562" y="148603"/>
                  <a:pt x="1455276" y="47191"/>
                  <a:pt x="1477734" y="31126"/>
                </a:cubicBezTo>
                <a:cubicBezTo>
                  <a:pt x="1466505" y="71289"/>
                  <a:pt x="1477734" y="148603"/>
                  <a:pt x="1477734" y="148603"/>
                </a:cubicBezTo>
                <a:lnTo>
                  <a:pt x="1537621" y="148603"/>
                </a:lnTo>
                <a:cubicBezTo>
                  <a:pt x="1537621" y="148603"/>
                  <a:pt x="1563822" y="120489"/>
                  <a:pt x="1552593" y="92374"/>
                </a:cubicBezTo>
                <a:cubicBezTo>
                  <a:pt x="1582537" y="108440"/>
                  <a:pt x="1571308" y="148603"/>
                  <a:pt x="1571308" y="148603"/>
                </a:cubicBezTo>
                <a:lnTo>
                  <a:pt x="2718888" y="148603"/>
                </a:lnTo>
                <a:cubicBezTo>
                  <a:pt x="2718888" y="148603"/>
                  <a:pt x="2761616" y="96391"/>
                  <a:pt x="2730116" y="4016"/>
                </a:cubicBezTo>
                <a:cubicBezTo>
                  <a:pt x="2790004" y="64261"/>
                  <a:pt x="2767546" y="148603"/>
                  <a:pt x="2767546" y="148603"/>
                </a:cubicBezTo>
                <a:cubicBezTo>
                  <a:pt x="2767546" y="148603"/>
                  <a:pt x="2778775" y="108440"/>
                  <a:pt x="2801233" y="84342"/>
                </a:cubicBezTo>
                <a:cubicBezTo>
                  <a:pt x="2793747" y="116473"/>
                  <a:pt x="2819947" y="148603"/>
                  <a:pt x="2831176" y="148603"/>
                </a:cubicBezTo>
                <a:cubicBezTo>
                  <a:pt x="2842405" y="148603"/>
                  <a:pt x="2853634" y="128521"/>
                  <a:pt x="2853634" y="96391"/>
                </a:cubicBezTo>
                <a:cubicBezTo>
                  <a:pt x="2883578" y="116473"/>
                  <a:pt x="2872349" y="148603"/>
                  <a:pt x="2872349" y="148603"/>
                </a:cubicBezTo>
                <a:lnTo>
                  <a:pt x="3730599" y="148603"/>
                </a:lnTo>
                <a:cubicBezTo>
                  <a:pt x="3730599" y="148603"/>
                  <a:pt x="3741828" y="112457"/>
                  <a:pt x="3764286" y="96391"/>
                </a:cubicBezTo>
                <a:cubicBezTo>
                  <a:pt x="3756800" y="132538"/>
                  <a:pt x="3771771" y="148603"/>
                  <a:pt x="3771771" y="148603"/>
                </a:cubicBezTo>
                <a:lnTo>
                  <a:pt x="3839145" y="148603"/>
                </a:lnTo>
                <a:cubicBezTo>
                  <a:pt x="3839145" y="148603"/>
                  <a:pt x="3865974" y="68277"/>
                  <a:pt x="3835402" y="12049"/>
                </a:cubicBezTo>
                <a:cubicBezTo>
                  <a:pt x="3884060" y="60245"/>
                  <a:pt x="3880318" y="148603"/>
                  <a:pt x="3880318" y="148603"/>
                </a:cubicBezTo>
                <a:cubicBezTo>
                  <a:pt x="3880318" y="148603"/>
                  <a:pt x="3884060" y="124505"/>
                  <a:pt x="3910261" y="100407"/>
                </a:cubicBezTo>
                <a:cubicBezTo>
                  <a:pt x="3902775" y="132538"/>
                  <a:pt x="3914004" y="148603"/>
                  <a:pt x="3914004" y="148603"/>
                </a:cubicBezTo>
                <a:cubicBezTo>
                  <a:pt x="3914004" y="148603"/>
                  <a:pt x="3943947" y="128522"/>
                  <a:pt x="3947690" y="56228"/>
                </a:cubicBezTo>
                <a:cubicBezTo>
                  <a:pt x="3973890" y="112457"/>
                  <a:pt x="3955176" y="148603"/>
                  <a:pt x="3955176" y="148603"/>
                </a:cubicBezTo>
                <a:cubicBezTo>
                  <a:pt x="3955176" y="148603"/>
                  <a:pt x="3970148" y="132538"/>
                  <a:pt x="3985120" y="124505"/>
                </a:cubicBezTo>
                <a:cubicBezTo>
                  <a:pt x="3981377" y="144587"/>
                  <a:pt x="3985120" y="148603"/>
                  <a:pt x="3985120" y="148603"/>
                </a:cubicBezTo>
                <a:lnTo>
                  <a:pt x="4177804" y="148603"/>
                </a:lnTo>
              </a:path>
            </a:pathLst>
          </a:custGeom>
          <a:noFill/>
          <a:ln w="4771">
            <a:solidFill>
              <a:srgbClr val="163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95289" y="1886691"/>
            <a:ext cx="610923" cy="610923"/>
          </a:xfrm>
          <a:custGeom>
            <a:avLst/>
            <a:gdLst/>
            <a:ahLst/>
            <a:cxnLst/>
            <a:rect l="0" t="0" r="0" b="0"/>
            <a:pathLst>
              <a:path w="610923" h="610923">
                <a:moveTo>
                  <a:pt x="0" y="38185"/>
                </a:moveTo>
                <a:cubicBezTo>
                  <a:pt x="0" y="17097"/>
                  <a:pt x="17097" y="0"/>
                  <a:pt x="38185" y="0"/>
                </a:cubicBezTo>
                <a:lnTo>
                  <a:pt x="572738" y="0"/>
                </a:lnTo>
                <a:cubicBezTo>
                  <a:pt x="593826" y="0"/>
                  <a:pt x="610923" y="17097"/>
                  <a:pt x="610923" y="38185"/>
                </a:cubicBezTo>
                <a:lnTo>
                  <a:pt x="610923" y="572738"/>
                </a:lnTo>
                <a:cubicBezTo>
                  <a:pt x="610923" y="593826"/>
                  <a:pt x="593826" y="610923"/>
                  <a:pt x="572738" y="610923"/>
                </a:cubicBezTo>
                <a:lnTo>
                  <a:pt x="38185" y="610923"/>
                </a:lnTo>
                <a:cubicBezTo>
                  <a:pt x="17097" y="610923"/>
                  <a:pt x="0" y="593826"/>
                  <a:pt x="0" y="572738"/>
                </a:cubicBezTo>
                <a:lnTo>
                  <a:pt x="0" y="38185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95289" y="1886691"/>
            <a:ext cx="610920" cy="610920"/>
          </a:xfrm>
          <a:custGeom>
            <a:avLst/>
            <a:gdLst/>
            <a:ahLst/>
            <a:cxnLst/>
            <a:rect l="0" t="0" r="0" b="0"/>
            <a:pathLst>
              <a:path w="610920" h="610920">
                <a:moveTo>
                  <a:pt x="0" y="38182"/>
                </a:moveTo>
                <a:cubicBezTo>
                  <a:pt x="0" y="17094"/>
                  <a:pt x="17094" y="0"/>
                  <a:pt x="38182" y="0"/>
                </a:cubicBezTo>
                <a:lnTo>
                  <a:pt x="572737" y="0"/>
                </a:lnTo>
                <a:cubicBezTo>
                  <a:pt x="593825" y="0"/>
                  <a:pt x="610920" y="17094"/>
                  <a:pt x="610920" y="38182"/>
                </a:cubicBezTo>
                <a:lnTo>
                  <a:pt x="610920" y="572737"/>
                </a:lnTo>
                <a:cubicBezTo>
                  <a:pt x="610920" y="593825"/>
                  <a:pt x="593825" y="610920"/>
                  <a:pt x="572737" y="610920"/>
                </a:cubicBezTo>
                <a:lnTo>
                  <a:pt x="38182" y="610920"/>
                </a:lnTo>
                <a:cubicBezTo>
                  <a:pt x="17094" y="610920"/>
                  <a:pt x="0" y="593825"/>
                  <a:pt x="0" y="572737"/>
                </a:cubicBezTo>
                <a:lnTo>
                  <a:pt x="0" y="38182"/>
                </a:lnTo>
                <a:close/>
                <a:moveTo>
                  <a:pt x="292732" y="44546"/>
                </a:moveTo>
                <a:cubicBezTo>
                  <a:pt x="292732" y="51575"/>
                  <a:pt x="298431" y="57273"/>
                  <a:pt x="305460" y="57273"/>
                </a:cubicBezTo>
                <a:cubicBezTo>
                  <a:pt x="312489" y="57273"/>
                  <a:pt x="318187" y="51575"/>
                  <a:pt x="318187" y="44546"/>
                </a:cubicBezTo>
                <a:cubicBezTo>
                  <a:pt x="318187" y="37517"/>
                  <a:pt x="312489" y="31818"/>
                  <a:pt x="305460" y="31818"/>
                </a:cubicBezTo>
                <a:cubicBezTo>
                  <a:pt x="298431" y="31818"/>
                  <a:pt x="292732" y="37517"/>
                  <a:pt x="292732" y="44546"/>
                </a:cubicBezTo>
                <a:moveTo>
                  <a:pt x="292732" y="566374"/>
                </a:moveTo>
                <a:cubicBezTo>
                  <a:pt x="292732" y="573403"/>
                  <a:pt x="298431" y="579101"/>
                  <a:pt x="305460" y="579101"/>
                </a:cubicBezTo>
                <a:cubicBezTo>
                  <a:pt x="312489" y="579101"/>
                  <a:pt x="318187" y="573403"/>
                  <a:pt x="318187" y="566374"/>
                </a:cubicBezTo>
                <a:cubicBezTo>
                  <a:pt x="318187" y="559344"/>
                  <a:pt x="312489" y="553646"/>
                  <a:pt x="305460" y="553646"/>
                </a:cubicBezTo>
                <a:cubicBezTo>
                  <a:pt x="298431" y="553646"/>
                  <a:pt x="292732" y="559344"/>
                  <a:pt x="292732" y="566374"/>
                </a:cubicBez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61920" y="2503977"/>
            <a:ext cx="76361" cy="292731"/>
          </a:xfrm>
          <a:custGeom>
            <a:avLst/>
            <a:gdLst/>
            <a:ahLst/>
            <a:cxnLst/>
            <a:rect l="0" t="0" r="0" b="0"/>
            <a:pathLst>
              <a:path w="76361" h="292731">
                <a:moveTo>
                  <a:pt x="0" y="0"/>
                </a:moveTo>
                <a:lnTo>
                  <a:pt x="0" y="292731"/>
                </a:lnTo>
                <a:lnTo>
                  <a:pt x="76361" y="292731"/>
                </a:lnTo>
                <a:lnTo>
                  <a:pt x="76361" y="0"/>
                </a:lnTo>
                <a:lnTo>
                  <a:pt x="0" y="0"/>
                </a:ln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61920" y="2503976"/>
            <a:ext cx="76365" cy="292732"/>
          </a:xfrm>
          <a:custGeom>
            <a:avLst/>
            <a:gdLst/>
            <a:ahLst/>
            <a:cxnLst/>
            <a:rect l="0" t="0" r="0" b="0"/>
            <a:pathLst>
              <a:path w="76365" h="292732">
                <a:moveTo>
                  <a:pt x="0" y="0"/>
                </a:moveTo>
                <a:lnTo>
                  <a:pt x="0" y="292732"/>
                </a:lnTo>
                <a:moveTo>
                  <a:pt x="76365" y="0"/>
                </a:moveTo>
                <a:lnTo>
                  <a:pt x="76365" y="292732"/>
                </a:ln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6194" y="2803073"/>
            <a:ext cx="1069114" cy="397106"/>
          </a:xfrm>
          <a:custGeom>
            <a:avLst/>
            <a:gdLst/>
            <a:ahLst/>
            <a:cxnLst/>
            <a:rect l="0" t="0" r="0" b="0"/>
            <a:pathLst>
              <a:path w="1069114" h="397106">
                <a:moveTo>
                  <a:pt x="1069114" y="358921"/>
                </a:moveTo>
                <a:cubicBezTo>
                  <a:pt x="1069114" y="380009"/>
                  <a:pt x="1052017" y="397106"/>
                  <a:pt x="1030928" y="397106"/>
                </a:cubicBezTo>
                <a:lnTo>
                  <a:pt x="38185" y="397106"/>
                </a:lnTo>
                <a:cubicBezTo>
                  <a:pt x="17097" y="397106"/>
                  <a:pt x="0" y="380009"/>
                  <a:pt x="0" y="358921"/>
                </a:cubicBezTo>
                <a:lnTo>
                  <a:pt x="0" y="38185"/>
                </a:lnTo>
                <a:cubicBezTo>
                  <a:pt x="0" y="17097"/>
                  <a:pt x="17097" y="0"/>
                  <a:pt x="38185" y="0"/>
                </a:cubicBezTo>
                <a:lnTo>
                  <a:pt x="1030928" y="0"/>
                </a:lnTo>
                <a:cubicBezTo>
                  <a:pt x="1052017" y="0"/>
                  <a:pt x="1069114" y="17097"/>
                  <a:pt x="1069114" y="38185"/>
                </a:cubicBezTo>
                <a:lnTo>
                  <a:pt x="1069114" y="358921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66194" y="2803073"/>
            <a:ext cx="1069110" cy="397104"/>
          </a:xfrm>
          <a:custGeom>
            <a:avLst/>
            <a:gdLst/>
            <a:ahLst/>
            <a:cxnLst/>
            <a:rect l="0" t="0" r="0" b="0"/>
            <a:pathLst>
              <a:path w="1069110" h="397104">
                <a:moveTo>
                  <a:pt x="0" y="38182"/>
                </a:moveTo>
                <a:cubicBezTo>
                  <a:pt x="0" y="17094"/>
                  <a:pt x="17094" y="0"/>
                  <a:pt x="38182" y="0"/>
                </a:cubicBezTo>
                <a:lnTo>
                  <a:pt x="1030928" y="0"/>
                </a:lnTo>
                <a:cubicBezTo>
                  <a:pt x="1052015" y="0"/>
                  <a:pt x="1069110" y="17094"/>
                  <a:pt x="1069110" y="38182"/>
                </a:cubicBezTo>
                <a:moveTo>
                  <a:pt x="0" y="38182"/>
                </a:moveTo>
                <a:lnTo>
                  <a:pt x="0" y="358921"/>
                </a:lnTo>
                <a:moveTo>
                  <a:pt x="1069110" y="38182"/>
                </a:moveTo>
                <a:lnTo>
                  <a:pt x="1069110" y="358921"/>
                </a:lnTo>
                <a:moveTo>
                  <a:pt x="1069110" y="358921"/>
                </a:moveTo>
                <a:cubicBezTo>
                  <a:pt x="1069110" y="380009"/>
                  <a:pt x="1052015" y="397104"/>
                  <a:pt x="1030928" y="397104"/>
                </a:cubicBezTo>
                <a:lnTo>
                  <a:pt x="38182" y="397104"/>
                </a:lnTo>
                <a:cubicBezTo>
                  <a:pt x="17094" y="397104"/>
                  <a:pt x="0" y="380009"/>
                  <a:pt x="0" y="358921"/>
                </a:cubicBezTo>
                <a:moveTo>
                  <a:pt x="521827" y="38182"/>
                </a:moveTo>
                <a:cubicBezTo>
                  <a:pt x="521827" y="45211"/>
                  <a:pt x="527526" y="50910"/>
                  <a:pt x="534555" y="50910"/>
                </a:cubicBezTo>
                <a:cubicBezTo>
                  <a:pt x="541584" y="50910"/>
                  <a:pt x="547282" y="45211"/>
                  <a:pt x="547282" y="38182"/>
                </a:cubicBezTo>
                <a:cubicBezTo>
                  <a:pt x="547282" y="31153"/>
                  <a:pt x="541584" y="25455"/>
                  <a:pt x="534555" y="25455"/>
                </a:cubicBezTo>
                <a:cubicBezTo>
                  <a:pt x="527526" y="25455"/>
                  <a:pt x="521827" y="31153"/>
                  <a:pt x="521827" y="38182"/>
                </a:cubicBezTo>
                <a:moveTo>
                  <a:pt x="521827" y="358921"/>
                </a:moveTo>
                <a:cubicBezTo>
                  <a:pt x="521827" y="365950"/>
                  <a:pt x="527526" y="371649"/>
                  <a:pt x="534555" y="371649"/>
                </a:cubicBezTo>
                <a:cubicBezTo>
                  <a:pt x="541584" y="371649"/>
                  <a:pt x="547282" y="365950"/>
                  <a:pt x="547282" y="358921"/>
                </a:cubicBezTo>
                <a:cubicBezTo>
                  <a:pt x="547282" y="351892"/>
                  <a:pt x="541584" y="346194"/>
                  <a:pt x="534555" y="346194"/>
                </a:cubicBezTo>
                <a:cubicBezTo>
                  <a:pt x="527526" y="346194"/>
                  <a:pt x="521827" y="351892"/>
                  <a:pt x="521827" y="358921"/>
                </a:cubicBez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61920" y="3206541"/>
            <a:ext cx="76361" cy="63636"/>
          </a:xfrm>
          <a:custGeom>
            <a:avLst/>
            <a:gdLst/>
            <a:ahLst/>
            <a:cxnLst/>
            <a:rect l="0" t="0" r="0" b="0"/>
            <a:pathLst>
              <a:path w="76361" h="63636">
                <a:moveTo>
                  <a:pt x="0" y="0"/>
                </a:moveTo>
                <a:lnTo>
                  <a:pt x="0" y="63636"/>
                </a:lnTo>
                <a:lnTo>
                  <a:pt x="76361" y="63636"/>
                </a:lnTo>
                <a:lnTo>
                  <a:pt x="76361" y="0"/>
                </a:lnTo>
                <a:lnTo>
                  <a:pt x="0" y="0"/>
                </a:ln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61920" y="3206541"/>
            <a:ext cx="76365" cy="63637"/>
          </a:xfrm>
          <a:custGeom>
            <a:avLst/>
            <a:gdLst/>
            <a:ahLst/>
            <a:cxnLst/>
            <a:rect l="0" t="0" r="0" b="0"/>
            <a:pathLst>
              <a:path w="76365" h="63637">
                <a:moveTo>
                  <a:pt x="0" y="0"/>
                </a:moveTo>
                <a:lnTo>
                  <a:pt x="0" y="63637"/>
                </a:lnTo>
                <a:moveTo>
                  <a:pt x="76365" y="0"/>
                </a:moveTo>
                <a:lnTo>
                  <a:pt x="76365" y="63637"/>
                </a:ln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66194" y="3276541"/>
            <a:ext cx="1069114" cy="496376"/>
          </a:xfrm>
          <a:custGeom>
            <a:avLst/>
            <a:gdLst/>
            <a:ahLst/>
            <a:cxnLst/>
            <a:rect l="0" t="0" r="0" b="0"/>
            <a:pathLst>
              <a:path w="1069114" h="496376">
                <a:moveTo>
                  <a:pt x="1069114" y="458190"/>
                </a:moveTo>
                <a:cubicBezTo>
                  <a:pt x="1069114" y="479278"/>
                  <a:pt x="1052017" y="496376"/>
                  <a:pt x="1030928" y="496376"/>
                </a:cubicBezTo>
                <a:lnTo>
                  <a:pt x="38185" y="496376"/>
                </a:lnTo>
                <a:cubicBezTo>
                  <a:pt x="17097" y="496376"/>
                  <a:pt x="0" y="479278"/>
                  <a:pt x="0" y="458190"/>
                </a:cubicBezTo>
                <a:lnTo>
                  <a:pt x="0" y="38185"/>
                </a:lnTo>
                <a:cubicBezTo>
                  <a:pt x="0" y="17097"/>
                  <a:pt x="17097" y="0"/>
                  <a:pt x="38185" y="0"/>
                </a:cubicBezTo>
                <a:lnTo>
                  <a:pt x="1030928" y="0"/>
                </a:lnTo>
                <a:cubicBezTo>
                  <a:pt x="1052017" y="0"/>
                  <a:pt x="1069114" y="17097"/>
                  <a:pt x="1069114" y="38185"/>
                </a:cubicBezTo>
                <a:lnTo>
                  <a:pt x="1069114" y="458190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66194" y="3276541"/>
            <a:ext cx="1069110" cy="496372"/>
          </a:xfrm>
          <a:custGeom>
            <a:avLst/>
            <a:gdLst/>
            <a:ahLst/>
            <a:cxnLst/>
            <a:rect l="0" t="0" r="0" b="0"/>
            <a:pathLst>
              <a:path w="1069110" h="496372">
                <a:moveTo>
                  <a:pt x="0" y="38182"/>
                </a:moveTo>
                <a:cubicBezTo>
                  <a:pt x="0" y="17094"/>
                  <a:pt x="17094" y="0"/>
                  <a:pt x="38182" y="0"/>
                </a:cubicBezTo>
                <a:lnTo>
                  <a:pt x="1030928" y="0"/>
                </a:lnTo>
                <a:cubicBezTo>
                  <a:pt x="1052015" y="0"/>
                  <a:pt x="1069110" y="17094"/>
                  <a:pt x="1069110" y="38182"/>
                </a:cubicBezTo>
                <a:moveTo>
                  <a:pt x="0" y="38182"/>
                </a:moveTo>
                <a:lnTo>
                  <a:pt x="0" y="458190"/>
                </a:lnTo>
                <a:moveTo>
                  <a:pt x="1069110" y="38182"/>
                </a:moveTo>
                <a:lnTo>
                  <a:pt x="1069110" y="458190"/>
                </a:lnTo>
                <a:moveTo>
                  <a:pt x="1069110" y="458190"/>
                </a:moveTo>
                <a:cubicBezTo>
                  <a:pt x="1069110" y="479277"/>
                  <a:pt x="1052015" y="496372"/>
                  <a:pt x="1030928" y="496372"/>
                </a:cubicBezTo>
                <a:lnTo>
                  <a:pt x="38182" y="496372"/>
                </a:lnTo>
                <a:cubicBezTo>
                  <a:pt x="17094" y="496372"/>
                  <a:pt x="0" y="479277"/>
                  <a:pt x="0" y="458190"/>
                </a:cubicBezTo>
                <a:moveTo>
                  <a:pt x="521827" y="38182"/>
                </a:moveTo>
                <a:cubicBezTo>
                  <a:pt x="521827" y="45211"/>
                  <a:pt x="527526" y="50910"/>
                  <a:pt x="534555" y="50910"/>
                </a:cubicBezTo>
                <a:cubicBezTo>
                  <a:pt x="541584" y="50910"/>
                  <a:pt x="547282" y="45211"/>
                  <a:pt x="547282" y="38182"/>
                </a:cubicBezTo>
                <a:cubicBezTo>
                  <a:pt x="547282" y="31153"/>
                  <a:pt x="541584" y="25455"/>
                  <a:pt x="534555" y="25455"/>
                </a:cubicBezTo>
                <a:cubicBezTo>
                  <a:pt x="527526" y="25455"/>
                  <a:pt x="521827" y="31153"/>
                  <a:pt x="521827" y="38182"/>
                </a:cubicBezTo>
                <a:moveTo>
                  <a:pt x="521827" y="458190"/>
                </a:moveTo>
                <a:cubicBezTo>
                  <a:pt x="521827" y="465219"/>
                  <a:pt x="527526" y="470917"/>
                  <a:pt x="534555" y="470917"/>
                </a:cubicBezTo>
                <a:cubicBezTo>
                  <a:pt x="541584" y="470917"/>
                  <a:pt x="547282" y="465219"/>
                  <a:pt x="547282" y="458190"/>
                </a:cubicBezTo>
                <a:cubicBezTo>
                  <a:pt x="547282" y="451161"/>
                  <a:pt x="541584" y="445462"/>
                  <a:pt x="534555" y="445462"/>
                </a:cubicBezTo>
                <a:cubicBezTo>
                  <a:pt x="527526" y="445462"/>
                  <a:pt x="521827" y="451161"/>
                  <a:pt x="521827" y="458190"/>
                </a:cubicBez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61920" y="3779280"/>
            <a:ext cx="76361" cy="680923"/>
          </a:xfrm>
          <a:custGeom>
            <a:avLst/>
            <a:gdLst/>
            <a:ahLst/>
            <a:cxnLst/>
            <a:rect l="0" t="0" r="0" b="0"/>
            <a:pathLst>
              <a:path w="76361" h="680923">
                <a:moveTo>
                  <a:pt x="0" y="0"/>
                </a:moveTo>
                <a:lnTo>
                  <a:pt x="0" y="680923"/>
                </a:lnTo>
                <a:lnTo>
                  <a:pt x="76361" y="680923"/>
                </a:lnTo>
                <a:lnTo>
                  <a:pt x="76361" y="0"/>
                </a:lnTo>
                <a:lnTo>
                  <a:pt x="0" y="0"/>
                </a:ln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61920" y="3779279"/>
            <a:ext cx="76365" cy="680921"/>
          </a:xfrm>
          <a:custGeom>
            <a:avLst/>
            <a:gdLst/>
            <a:ahLst/>
            <a:cxnLst/>
            <a:rect l="0" t="0" r="0" b="0"/>
            <a:pathLst>
              <a:path w="76365" h="680921">
                <a:moveTo>
                  <a:pt x="0" y="0"/>
                </a:moveTo>
                <a:lnTo>
                  <a:pt x="0" y="680921"/>
                </a:lnTo>
                <a:moveTo>
                  <a:pt x="76365" y="0"/>
                </a:moveTo>
                <a:lnTo>
                  <a:pt x="76365" y="680921"/>
                </a:ln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04541" y="4466564"/>
            <a:ext cx="392020" cy="152733"/>
          </a:xfrm>
          <a:custGeom>
            <a:avLst/>
            <a:gdLst/>
            <a:ahLst/>
            <a:cxnLst/>
            <a:rect l="0" t="0" r="0" b="0"/>
            <a:pathLst>
              <a:path w="392020" h="152733">
                <a:moveTo>
                  <a:pt x="361207" y="0"/>
                </a:moveTo>
                <a:lnTo>
                  <a:pt x="31213" y="0"/>
                </a:lnTo>
                <a:cubicBezTo>
                  <a:pt x="12534" y="0"/>
                  <a:pt x="0" y="18859"/>
                  <a:pt x="7505" y="35680"/>
                </a:cubicBezTo>
                <a:lnTo>
                  <a:pt x="59731" y="152733"/>
                </a:lnTo>
                <a:lnTo>
                  <a:pt x="337632" y="152733"/>
                </a:lnTo>
                <a:lnTo>
                  <a:pt x="385267" y="34851"/>
                </a:lnTo>
                <a:cubicBezTo>
                  <a:pt x="392020" y="18145"/>
                  <a:pt x="379495" y="0"/>
                  <a:pt x="361207" y="0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04541" y="4466564"/>
            <a:ext cx="392019" cy="152730"/>
          </a:xfrm>
          <a:custGeom>
            <a:avLst/>
            <a:gdLst/>
            <a:ahLst/>
            <a:cxnLst/>
            <a:rect l="0" t="0" r="0" b="0"/>
            <a:pathLst>
              <a:path w="392019" h="152730">
                <a:moveTo>
                  <a:pt x="361205" y="0"/>
                </a:moveTo>
                <a:lnTo>
                  <a:pt x="31213" y="0"/>
                </a:lnTo>
                <a:cubicBezTo>
                  <a:pt x="12532" y="0"/>
                  <a:pt x="0" y="18860"/>
                  <a:pt x="7505" y="35681"/>
                </a:cubicBezTo>
                <a:lnTo>
                  <a:pt x="59734" y="152730"/>
                </a:lnTo>
                <a:lnTo>
                  <a:pt x="337634" y="152730"/>
                </a:lnTo>
                <a:lnTo>
                  <a:pt x="385266" y="34853"/>
                </a:lnTo>
                <a:cubicBezTo>
                  <a:pt x="392019" y="18141"/>
                  <a:pt x="379495" y="0"/>
                  <a:pt x="361205" y="0"/>
                </a:cubicBezTo>
                <a:close/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1683" y="2987622"/>
            <a:ext cx="25450" cy="25450"/>
          </a:xfrm>
          <a:custGeom>
            <a:avLst/>
            <a:gdLst/>
            <a:ahLst/>
            <a:cxnLst/>
            <a:rect l="0" t="0" r="0" b="0"/>
            <a:pathLst>
              <a:path w="25450" h="25450">
                <a:moveTo>
                  <a:pt x="0" y="12725"/>
                </a:moveTo>
                <a:cubicBezTo>
                  <a:pt x="0" y="19754"/>
                  <a:pt x="5695" y="25450"/>
                  <a:pt x="12725" y="25450"/>
                </a:cubicBezTo>
                <a:cubicBezTo>
                  <a:pt x="19754" y="25450"/>
                  <a:pt x="25450" y="19754"/>
                  <a:pt x="25450" y="12725"/>
                </a:cubicBezTo>
                <a:cubicBezTo>
                  <a:pt x="25450" y="5695"/>
                  <a:pt x="19754" y="0"/>
                  <a:pt x="12725" y="0"/>
                </a:cubicBezTo>
                <a:cubicBezTo>
                  <a:pt x="5695" y="0"/>
                  <a:pt x="0" y="5695"/>
                  <a:pt x="0" y="12725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1684" y="2987622"/>
            <a:ext cx="25455" cy="25454"/>
          </a:xfrm>
          <a:custGeom>
            <a:avLst/>
            <a:gdLst/>
            <a:ahLst/>
            <a:cxnLst/>
            <a:rect l="0" t="0" r="0" b="0"/>
            <a:pathLst>
              <a:path w="25455" h="25454">
                <a:moveTo>
                  <a:pt x="0" y="12727"/>
                </a:moveTo>
                <a:cubicBezTo>
                  <a:pt x="0" y="19756"/>
                  <a:pt x="5698" y="25454"/>
                  <a:pt x="12727" y="25454"/>
                </a:cubicBezTo>
                <a:cubicBezTo>
                  <a:pt x="19756" y="25454"/>
                  <a:pt x="25455" y="19756"/>
                  <a:pt x="25455" y="12727"/>
                </a:cubicBezTo>
                <a:cubicBezTo>
                  <a:pt x="25455" y="5698"/>
                  <a:pt x="19756" y="0"/>
                  <a:pt x="12727" y="0"/>
                </a:cubicBezTo>
                <a:cubicBezTo>
                  <a:pt x="5698" y="0"/>
                  <a:pt x="0" y="5698"/>
                  <a:pt x="0" y="12727"/>
                </a:cubicBez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33156" y="1695782"/>
            <a:ext cx="782516" cy="687285"/>
          </a:xfrm>
          <a:custGeom>
            <a:avLst/>
            <a:gdLst/>
            <a:ahLst/>
            <a:cxnLst/>
            <a:rect l="0" t="0" r="0" b="0"/>
            <a:pathLst>
              <a:path w="782516" h="687285">
                <a:moveTo>
                  <a:pt x="358120" y="25450"/>
                </a:moveTo>
                <a:cubicBezTo>
                  <a:pt x="372684" y="0"/>
                  <a:pt x="409079" y="0"/>
                  <a:pt x="423633" y="25450"/>
                </a:cubicBezTo>
                <a:lnTo>
                  <a:pt x="767953" y="630012"/>
                </a:lnTo>
                <a:cubicBezTo>
                  <a:pt x="782516" y="655462"/>
                  <a:pt x="764314" y="687285"/>
                  <a:pt x="735196" y="687285"/>
                </a:cubicBezTo>
                <a:lnTo>
                  <a:pt x="47310" y="687285"/>
                </a:lnTo>
                <a:cubicBezTo>
                  <a:pt x="18192" y="687285"/>
                  <a:pt x="0" y="655462"/>
                  <a:pt x="14554" y="630012"/>
                </a:cubicBezTo>
                <a:lnTo>
                  <a:pt x="358120" y="25450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33151" y="1695780"/>
            <a:ext cx="782520" cy="687285"/>
          </a:xfrm>
          <a:custGeom>
            <a:avLst/>
            <a:gdLst/>
            <a:ahLst/>
            <a:cxnLst/>
            <a:rect l="0" t="0" r="0" b="0"/>
            <a:pathLst>
              <a:path w="782520" h="687285">
                <a:moveTo>
                  <a:pt x="358127" y="25455"/>
                </a:moveTo>
                <a:cubicBezTo>
                  <a:pt x="372686" y="0"/>
                  <a:pt x="409082" y="0"/>
                  <a:pt x="423640" y="25455"/>
                </a:cubicBezTo>
                <a:lnTo>
                  <a:pt x="767961" y="630011"/>
                </a:lnTo>
                <a:cubicBezTo>
                  <a:pt x="782520" y="655466"/>
                  <a:pt x="764321" y="687285"/>
                  <a:pt x="735204" y="687285"/>
                </a:cubicBezTo>
                <a:lnTo>
                  <a:pt x="47315" y="687285"/>
                </a:lnTo>
                <a:cubicBezTo>
                  <a:pt x="18198" y="687285"/>
                  <a:pt x="0" y="655466"/>
                  <a:pt x="14559" y="630011"/>
                </a:cubicBezTo>
                <a:lnTo>
                  <a:pt x="358127" y="25455"/>
                </a:lnTo>
                <a:close/>
                <a:moveTo>
                  <a:pt x="378532" y="120911"/>
                </a:moveTo>
                <a:cubicBezTo>
                  <a:pt x="378532" y="127940"/>
                  <a:pt x="384230" y="133638"/>
                  <a:pt x="391260" y="133638"/>
                </a:cubicBezTo>
                <a:cubicBezTo>
                  <a:pt x="398289" y="133638"/>
                  <a:pt x="403987" y="127940"/>
                  <a:pt x="403987" y="120911"/>
                </a:cubicBezTo>
                <a:cubicBezTo>
                  <a:pt x="403987" y="113882"/>
                  <a:pt x="398289" y="108183"/>
                  <a:pt x="391260" y="108183"/>
                </a:cubicBezTo>
                <a:cubicBezTo>
                  <a:pt x="384230" y="108183"/>
                  <a:pt x="378532" y="113882"/>
                  <a:pt x="378532" y="120911"/>
                </a:cubicBezTo>
                <a:moveTo>
                  <a:pt x="378532" y="642739"/>
                </a:moveTo>
                <a:cubicBezTo>
                  <a:pt x="378532" y="649768"/>
                  <a:pt x="384230" y="655466"/>
                  <a:pt x="391260" y="655466"/>
                </a:cubicBezTo>
                <a:cubicBezTo>
                  <a:pt x="398289" y="655466"/>
                  <a:pt x="403987" y="649768"/>
                  <a:pt x="403987" y="642739"/>
                </a:cubicBezTo>
                <a:cubicBezTo>
                  <a:pt x="403987" y="635709"/>
                  <a:pt x="398289" y="630011"/>
                  <a:pt x="391260" y="630011"/>
                </a:cubicBezTo>
                <a:cubicBezTo>
                  <a:pt x="384230" y="630011"/>
                  <a:pt x="378532" y="635709"/>
                  <a:pt x="378532" y="642739"/>
                </a:cubicBez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85582" y="2389430"/>
            <a:ext cx="76361" cy="139998"/>
          </a:xfrm>
          <a:custGeom>
            <a:avLst/>
            <a:gdLst/>
            <a:ahLst/>
            <a:cxnLst/>
            <a:rect l="0" t="0" r="0" b="0"/>
            <a:pathLst>
              <a:path w="76361" h="139998">
                <a:moveTo>
                  <a:pt x="0" y="0"/>
                </a:moveTo>
                <a:lnTo>
                  <a:pt x="0" y="139998"/>
                </a:lnTo>
                <a:lnTo>
                  <a:pt x="76361" y="139998"/>
                </a:lnTo>
                <a:lnTo>
                  <a:pt x="76361" y="0"/>
                </a:lnTo>
                <a:lnTo>
                  <a:pt x="0" y="0"/>
                </a:ln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85582" y="2389429"/>
            <a:ext cx="76365" cy="140002"/>
          </a:xfrm>
          <a:custGeom>
            <a:avLst/>
            <a:gdLst/>
            <a:ahLst/>
            <a:cxnLst/>
            <a:rect l="0" t="0" r="0" b="0"/>
            <a:pathLst>
              <a:path w="76365" h="140002">
                <a:moveTo>
                  <a:pt x="0" y="0"/>
                </a:moveTo>
                <a:lnTo>
                  <a:pt x="0" y="140002"/>
                </a:lnTo>
                <a:moveTo>
                  <a:pt x="76365" y="0"/>
                </a:moveTo>
                <a:lnTo>
                  <a:pt x="76365" y="140002"/>
                </a:ln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89857" y="2535796"/>
            <a:ext cx="1069114" cy="702563"/>
          </a:xfrm>
          <a:custGeom>
            <a:avLst/>
            <a:gdLst/>
            <a:ahLst/>
            <a:cxnLst/>
            <a:rect l="0" t="0" r="0" b="0"/>
            <a:pathLst>
              <a:path w="1069114" h="702563">
                <a:moveTo>
                  <a:pt x="1069114" y="664378"/>
                </a:moveTo>
                <a:cubicBezTo>
                  <a:pt x="1069114" y="685466"/>
                  <a:pt x="1052017" y="702563"/>
                  <a:pt x="1030928" y="702563"/>
                </a:cubicBezTo>
                <a:lnTo>
                  <a:pt x="38185" y="702563"/>
                </a:lnTo>
                <a:cubicBezTo>
                  <a:pt x="17097" y="702563"/>
                  <a:pt x="0" y="685466"/>
                  <a:pt x="0" y="664378"/>
                </a:cubicBezTo>
                <a:lnTo>
                  <a:pt x="0" y="38185"/>
                </a:lnTo>
                <a:cubicBezTo>
                  <a:pt x="0" y="17097"/>
                  <a:pt x="17097" y="0"/>
                  <a:pt x="38185" y="0"/>
                </a:cubicBezTo>
                <a:lnTo>
                  <a:pt x="1030928" y="0"/>
                </a:lnTo>
                <a:cubicBezTo>
                  <a:pt x="1052017" y="0"/>
                  <a:pt x="1069114" y="17097"/>
                  <a:pt x="1069114" y="38185"/>
                </a:cubicBezTo>
                <a:lnTo>
                  <a:pt x="1069114" y="664378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89857" y="2535796"/>
            <a:ext cx="1069110" cy="702563"/>
          </a:xfrm>
          <a:custGeom>
            <a:avLst/>
            <a:gdLst/>
            <a:ahLst/>
            <a:cxnLst/>
            <a:rect l="0" t="0" r="0" b="0"/>
            <a:pathLst>
              <a:path w="1069110" h="702563">
                <a:moveTo>
                  <a:pt x="0" y="38182"/>
                </a:moveTo>
                <a:cubicBezTo>
                  <a:pt x="0" y="17094"/>
                  <a:pt x="17094" y="0"/>
                  <a:pt x="38182" y="0"/>
                </a:cubicBezTo>
                <a:lnTo>
                  <a:pt x="1030928" y="0"/>
                </a:lnTo>
                <a:cubicBezTo>
                  <a:pt x="1052015" y="0"/>
                  <a:pt x="1069110" y="17094"/>
                  <a:pt x="1069110" y="38182"/>
                </a:cubicBezTo>
                <a:moveTo>
                  <a:pt x="0" y="38182"/>
                </a:moveTo>
                <a:lnTo>
                  <a:pt x="0" y="664381"/>
                </a:lnTo>
                <a:moveTo>
                  <a:pt x="1069110" y="38182"/>
                </a:moveTo>
                <a:lnTo>
                  <a:pt x="1069110" y="664381"/>
                </a:lnTo>
                <a:moveTo>
                  <a:pt x="1069110" y="664381"/>
                </a:moveTo>
                <a:cubicBezTo>
                  <a:pt x="1069110" y="685468"/>
                  <a:pt x="1052015" y="702563"/>
                  <a:pt x="1030928" y="702563"/>
                </a:cubicBezTo>
                <a:lnTo>
                  <a:pt x="38182" y="702563"/>
                </a:lnTo>
                <a:cubicBezTo>
                  <a:pt x="17094" y="702563"/>
                  <a:pt x="0" y="685468"/>
                  <a:pt x="0" y="664381"/>
                </a:cubicBezTo>
                <a:moveTo>
                  <a:pt x="521827" y="38182"/>
                </a:moveTo>
                <a:cubicBezTo>
                  <a:pt x="521827" y="45211"/>
                  <a:pt x="527526" y="50910"/>
                  <a:pt x="534555" y="50910"/>
                </a:cubicBezTo>
                <a:cubicBezTo>
                  <a:pt x="541584" y="50910"/>
                  <a:pt x="547282" y="45211"/>
                  <a:pt x="547282" y="38182"/>
                </a:cubicBezTo>
                <a:cubicBezTo>
                  <a:pt x="547282" y="31153"/>
                  <a:pt x="541584" y="25455"/>
                  <a:pt x="534555" y="25455"/>
                </a:cubicBezTo>
                <a:cubicBezTo>
                  <a:pt x="527526" y="25455"/>
                  <a:pt x="521827" y="31153"/>
                  <a:pt x="521827" y="38182"/>
                </a:cubicBezTo>
                <a:moveTo>
                  <a:pt x="521827" y="664381"/>
                </a:moveTo>
                <a:cubicBezTo>
                  <a:pt x="521827" y="671410"/>
                  <a:pt x="527526" y="677108"/>
                  <a:pt x="534555" y="677108"/>
                </a:cubicBezTo>
                <a:cubicBezTo>
                  <a:pt x="541584" y="677108"/>
                  <a:pt x="547282" y="671410"/>
                  <a:pt x="547282" y="664381"/>
                </a:cubicBezTo>
                <a:cubicBezTo>
                  <a:pt x="547282" y="657352"/>
                  <a:pt x="541584" y="651653"/>
                  <a:pt x="534555" y="651653"/>
                </a:cubicBezTo>
                <a:cubicBezTo>
                  <a:pt x="527526" y="651653"/>
                  <a:pt x="521827" y="657352"/>
                  <a:pt x="521827" y="664381"/>
                </a:cubicBez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85583" y="3244722"/>
            <a:ext cx="76361" cy="1215475"/>
          </a:xfrm>
          <a:custGeom>
            <a:avLst/>
            <a:gdLst/>
            <a:ahLst/>
            <a:cxnLst/>
            <a:rect l="0" t="0" r="0" b="0"/>
            <a:pathLst>
              <a:path w="76361" h="1215475">
                <a:moveTo>
                  <a:pt x="0" y="0"/>
                </a:moveTo>
                <a:lnTo>
                  <a:pt x="0" y="1215475"/>
                </a:lnTo>
                <a:lnTo>
                  <a:pt x="76361" y="1215475"/>
                </a:lnTo>
                <a:lnTo>
                  <a:pt x="76361" y="0"/>
                </a:lnTo>
                <a:lnTo>
                  <a:pt x="0" y="0"/>
                </a:ln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285583" y="3244723"/>
            <a:ext cx="76365" cy="1215477"/>
          </a:xfrm>
          <a:custGeom>
            <a:avLst/>
            <a:gdLst/>
            <a:ahLst/>
            <a:cxnLst/>
            <a:rect l="0" t="0" r="0" b="0"/>
            <a:pathLst>
              <a:path w="76365" h="1215477">
                <a:moveTo>
                  <a:pt x="0" y="0"/>
                </a:moveTo>
                <a:lnTo>
                  <a:pt x="0" y="1215477"/>
                </a:lnTo>
                <a:moveTo>
                  <a:pt x="76365" y="0"/>
                </a:moveTo>
                <a:lnTo>
                  <a:pt x="76365" y="1215477"/>
                </a:ln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28202" y="4466564"/>
            <a:ext cx="392020" cy="152733"/>
          </a:xfrm>
          <a:custGeom>
            <a:avLst/>
            <a:gdLst/>
            <a:ahLst/>
            <a:cxnLst/>
            <a:rect l="0" t="0" r="0" b="0"/>
            <a:pathLst>
              <a:path w="392020" h="152733">
                <a:moveTo>
                  <a:pt x="361207" y="0"/>
                </a:moveTo>
                <a:lnTo>
                  <a:pt x="31213" y="0"/>
                </a:lnTo>
                <a:cubicBezTo>
                  <a:pt x="12534" y="0"/>
                  <a:pt x="0" y="18859"/>
                  <a:pt x="7505" y="35680"/>
                </a:cubicBezTo>
                <a:lnTo>
                  <a:pt x="59731" y="152733"/>
                </a:lnTo>
                <a:lnTo>
                  <a:pt x="337632" y="152733"/>
                </a:lnTo>
                <a:lnTo>
                  <a:pt x="385267" y="34851"/>
                </a:lnTo>
                <a:cubicBezTo>
                  <a:pt x="392020" y="18145"/>
                  <a:pt x="379495" y="0"/>
                  <a:pt x="361207" y="0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28203" y="4466564"/>
            <a:ext cx="392019" cy="152730"/>
          </a:xfrm>
          <a:custGeom>
            <a:avLst/>
            <a:gdLst/>
            <a:ahLst/>
            <a:cxnLst/>
            <a:rect l="0" t="0" r="0" b="0"/>
            <a:pathLst>
              <a:path w="392019" h="152730">
                <a:moveTo>
                  <a:pt x="361205" y="0"/>
                </a:moveTo>
                <a:lnTo>
                  <a:pt x="31213" y="0"/>
                </a:lnTo>
                <a:cubicBezTo>
                  <a:pt x="12532" y="0"/>
                  <a:pt x="0" y="18860"/>
                  <a:pt x="7505" y="35681"/>
                </a:cubicBezTo>
                <a:lnTo>
                  <a:pt x="59734" y="152730"/>
                </a:lnTo>
                <a:lnTo>
                  <a:pt x="337634" y="152730"/>
                </a:lnTo>
                <a:lnTo>
                  <a:pt x="385266" y="34853"/>
                </a:lnTo>
                <a:cubicBezTo>
                  <a:pt x="392019" y="18141"/>
                  <a:pt x="379495" y="0"/>
                  <a:pt x="361205" y="0"/>
                </a:cubicBezTo>
                <a:close/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4157641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7200" y="4157641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2671827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7200" y="2671827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3414733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3414733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7" name="Group 46"/>
          <p:cNvGrpSpPr/>
          <p:nvPr/>
        </p:nvGrpSpPr>
        <p:grpSpPr>
          <a:xfrm>
            <a:off x="6970138" y="2944347"/>
            <a:ext cx="708545" cy="206196"/>
            <a:chOff x="6970138" y="2944347"/>
            <a:chExt cx="708545" cy="206196"/>
          </a:xfrm>
        </p:grpSpPr>
        <p:sp>
          <p:nvSpPr>
            <p:cNvPr id="45" name="TextBox 44"/>
            <p:cNvSpPr txBox="1"/>
            <p:nvPr/>
          </p:nvSpPr>
          <p:spPr>
            <a:xfrm>
              <a:off x="6916998" y="2944347"/>
              <a:ext cx="814826" cy="103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2EEFF"/>
                  </a:solidFill>
                  <a:latin typeface="Noto Serif JP"/>
                </a:rPr>
                <a:t>Requires careful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916998" y="3047407"/>
              <a:ext cx="814826" cy="1031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2EEFF"/>
                  </a:solidFill>
                  <a:latin typeface="Noto Serif JP"/>
                </a:rPr>
                <a:t>isolation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737384" y="2879458"/>
            <a:ext cx="526742" cy="244343"/>
            <a:chOff x="5737384" y="2879458"/>
            <a:chExt cx="526742" cy="244343"/>
          </a:xfrm>
        </p:grpSpPr>
        <p:sp>
          <p:nvSpPr>
            <p:cNvPr id="48" name="TextBox 47"/>
            <p:cNvSpPr txBox="1"/>
            <p:nvPr/>
          </p:nvSpPr>
          <p:spPr>
            <a:xfrm>
              <a:off x="5697879" y="2879458"/>
              <a:ext cx="605753" cy="122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2EEFF"/>
                  </a:solidFill>
                  <a:latin typeface="Aboreto"/>
                </a:rPr>
                <a:t>External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97879" y="3001663"/>
              <a:ext cx="605753" cy="122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2EEFF"/>
                  </a:solidFill>
                  <a:latin typeface="Aboreto"/>
                </a:rPr>
                <a:t>Systems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247625" y="2944347"/>
            <a:ext cx="858926" cy="206196"/>
            <a:chOff x="4247625" y="2944347"/>
            <a:chExt cx="858926" cy="206196"/>
          </a:xfrm>
        </p:grpSpPr>
        <p:sp>
          <p:nvSpPr>
            <p:cNvPr id="51" name="TextBox 50"/>
            <p:cNvSpPr txBox="1"/>
            <p:nvPr/>
          </p:nvSpPr>
          <p:spPr>
            <a:xfrm>
              <a:off x="4183206" y="2944347"/>
              <a:ext cx="987764" cy="103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2EEFF"/>
                  </a:solidFill>
                  <a:latin typeface="Noto Serif JP"/>
                </a:rPr>
                <a:t>Hinders Test-Driven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183206" y="3047407"/>
              <a:ext cx="987764" cy="1031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2EEFF"/>
                  </a:solidFill>
                  <a:latin typeface="Noto Serif JP"/>
                </a:rPr>
                <a:t>Development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292812" y="2612179"/>
            <a:ext cx="768553" cy="244343"/>
            <a:chOff x="4292812" y="2612179"/>
            <a:chExt cx="768553" cy="244343"/>
          </a:xfrm>
        </p:grpSpPr>
        <p:sp>
          <p:nvSpPr>
            <p:cNvPr id="54" name="TextBox 53"/>
            <p:cNvSpPr txBox="1"/>
            <p:nvPr/>
          </p:nvSpPr>
          <p:spPr>
            <a:xfrm>
              <a:off x="4235171" y="2612179"/>
              <a:ext cx="883835" cy="122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2EEFF"/>
                  </a:solidFill>
                  <a:latin typeface="Aboreto"/>
                </a:rPr>
                <a:t>UI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235171" y="2734384"/>
              <a:ext cx="883835" cy="122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2EEFF"/>
                  </a:solidFill>
                  <a:latin typeface="Aboreto"/>
                </a:rPr>
                <a:t>Dependencies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19125" y="2586098"/>
            <a:ext cx="2140972" cy="514302"/>
            <a:chOff x="619125" y="2586098"/>
            <a:chExt cx="2140972" cy="514302"/>
          </a:xfrm>
        </p:grpSpPr>
        <p:sp>
          <p:nvSpPr>
            <p:cNvPr id="57" name="TextBox 56"/>
            <p:cNvSpPr txBox="1"/>
            <p:nvPr/>
          </p:nvSpPr>
          <p:spPr>
            <a:xfrm>
              <a:off x="619125" y="2586098"/>
              <a:ext cx="246211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63876"/>
                  </a:solidFill>
                  <a:latin typeface="Noto Serif JP"/>
                </a:rPr>
                <a:t>Boundary Testing: Verifying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19125" y="2757548"/>
              <a:ext cx="246211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63876"/>
                  </a:solidFill>
                  <a:latin typeface="Noto Serif JP"/>
                </a:rPr>
                <a:t>business logic with zero Streamlit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19125" y="2928998"/>
              <a:ext cx="2462117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63876"/>
                  </a:solidFill>
                  <a:latin typeface="Noto Serif JP"/>
                </a:rPr>
                <a:t>imports to enable TDD.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619125" y="3329005"/>
            <a:ext cx="2219325" cy="514302"/>
            <a:chOff x="619125" y="3329005"/>
            <a:chExt cx="2219325" cy="514302"/>
          </a:xfrm>
        </p:grpSpPr>
        <p:sp>
          <p:nvSpPr>
            <p:cNvPr id="61" name="TextBox 60"/>
            <p:cNvSpPr txBox="1"/>
            <p:nvPr/>
          </p:nvSpPr>
          <p:spPr>
            <a:xfrm>
              <a:off x="619125" y="3329005"/>
              <a:ext cx="255222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63876"/>
                  </a:solidFill>
                  <a:latin typeface="Noto Serif JP"/>
                </a:rPr>
                <a:t>Mocking: Using pytest fixtures (like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19125" y="3500455"/>
              <a:ext cx="255222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63876"/>
                  </a:solidFill>
                  <a:latin typeface="Noto Serif JP"/>
                </a:rPr>
                <a:t>tmpdir) to isolate filesystem and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19125" y="3671905"/>
              <a:ext cx="2552223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63876"/>
                  </a:solidFill>
                  <a:latin typeface="Noto Serif JP"/>
                </a:rPr>
                <a:t>network calls.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667013" y="3370071"/>
            <a:ext cx="667464" cy="309304"/>
            <a:chOff x="5667013" y="3370071"/>
            <a:chExt cx="667464" cy="309304"/>
          </a:xfrm>
        </p:grpSpPr>
        <p:sp>
          <p:nvSpPr>
            <p:cNvPr id="65" name="TextBox 64"/>
            <p:cNvSpPr txBox="1"/>
            <p:nvPr/>
          </p:nvSpPr>
          <p:spPr>
            <a:xfrm>
              <a:off x="5616954" y="3370071"/>
              <a:ext cx="767583" cy="103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2EEFF"/>
                  </a:solidFill>
                  <a:latin typeface="Noto Serif JP"/>
                </a:rPr>
                <a:t>Introduces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616954" y="3473226"/>
              <a:ext cx="767583" cy="103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2EEFF"/>
                  </a:solidFill>
                  <a:latin typeface="Noto Serif JP"/>
                </a:rPr>
                <a:t>complexity and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616954" y="3576287"/>
              <a:ext cx="767583" cy="10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2EEFF"/>
                  </a:solidFill>
                  <a:latin typeface="Noto Serif JP"/>
                </a:rPr>
                <a:t>flakiness</a:t>
              </a:r>
            </a:p>
          </p:txBody>
        </p:sp>
      </p:grpSp>
      <p:sp>
        <p:nvSpPr>
          <p:cNvPr id="69" name="Rounded Rectangle 68"/>
          <p:cNvSpPr/>
          <p:nvPr/>
        </p:nvSpPr>
        <p:spPr>
          <a:xfrm>
            <a:off x="7203500" y="1969420"/>
            <a:ext cx="241822" cy="292732"/>
          </a:xfrm>
          <a:custGeom>
            <a:avLst/>
            <a:gdLst/>
            <a:ahLst/>
            <a:cxnLst/>
            <a:rect l="0" t="0" r="0" b="0"/>
            <a:pathLst>
              <a:path w="241822" h="292732">
                <a:moveTo>
                  <a:pt x="12727" y="0"/>
                </a:moveTo>
                <a:lnTo>
                  <a:pt x="229095" y="0"/>
                </a:lnTo>
                <a:cubicBezTo>
                  <a:pt x="229095" y="0"/>
                  <a:pt x="241822" y="0"/>
                  <a:pt x="241822" y="12727"/>
                </a:cubicBezTo>
                <a:lnTo>
                  <a:pt x="241822" y="280005"/>
                </a:lnTo>
                <a:cubicBezTo>
                  <a:pt x="241822" y="280005"/>
                  <a:pt x="241822" y="292732"/>
                  <a:pt x="229095" y="292732"/>
                </a:cubicBezTo>
                <a:lnTo>
                  <a:pt x="12727" y="292732"/>
                </a:lnTo>
                <a:cubicBezTo>
                  <a:pt x="12727" y="292732"/>
                  <a:pt x="0" y="292732"/>
                  <a:pt x="0" y="280005"/>
                </a:cubicBezTo>
                <a:lnTo>
                  <a:pt x="0" y="12727"/>
                </a:lnTo>
                <a:cubicBezTo>
                  <a:pt x="0" y="12727"/>
                  <a:pt x="0" y="0"/>
                  <a:pt x="12727" y="0"/>
                </a:cubicBezTo>
                <a:moveTo>
                  <a:pt x="73565" y="207840"/>
                </a:moveTo>
                <a:cubicBezTo>
                  <a:pt x="109416" y="232873"/>
                  <a:pt x="158557" y="225684"/>
                  <a:pt x="185735" y="191430"/>
                </a:cubicBezTo>
                <a:cubicBezTo>
                  <a:pt x="212913" y="157176"/>
                  <a:pt x="208741" y="107687"/>
                  <a:pt x="176212" y="78467"/>
                </a:cubicBezTo>
                <a:cubicBezTo>
                  <a:pt x="143683" y="49246"/>
                  <a:pt x="94032" y="50385"/>
                  <a:pt x="62878" y="81067"/>
                </a:cubicBezTo>
                <a:cubicBezTo>
                  <a:pt x="31723" y="111749"/>
                  <a:pt x="29826" y="161377"/>
                  <a:pt x="58546" y="194349"/>
                </a:cubicBezTo>
                <a:moveTo>
                  <a:pt x="31818" y="28636"/>
                </a:moveTo>
                <a:cubicBezTo>
                  <a:pt x="30061" y="28636"/>
                  <a:pt x="28636" y="30061"/>
                  <a:pt x="28636" y="31818"/>
                </a:cubicBezTo>
                <a:cubicBezTo>
                  <a:pt x="28636" y="33576"/>
                  <a:pt x="30061" y="35000"/>
                  <a:pt x="31818" y="35000"/>
                </a:cubicBezTo>
                <a:cubicBezTo>
                  <a:pt x="33576" y="35000"/>
                  <a:pt x="35000" y="33576"/>
                  <a:pt x="35000" y="31818"/>
                </a:cubicBezTo>
                <a:cubicBezTo>
                  <a:pt x="35000" y="30061"/>
                  <a:pt x="33576" y="28636"/>
                  <a:pt x="31818" y="28636"/>
                </a:cubicBezTo>
                <a:moveTo>
                  <a:pt x="210003" y="28636"/>
                </a:moveTo>
                <a:cubicBezTo>
                  <a:pt x="208246" y="28636"/>
                  <a:pt x="206822" y="30061"/>
                  <a:pt x="206822" y="31818"/>
                </a:cubicBezTo>
                <a:cubicBezTo>
                  <a:pt x="206822" y="33576"/>
                  <a:pt x="208246" y="35000"/>
                  <a:pt x="210003" y="35000"/>
                </a:cubicBezTo>
                <a:cubicBezTo>
                  <a:pt x="211761" y="35000"/>
                  <a:pt x="213185" y="33576"/>
                  <a:pt x="213185" y="31818"/>
                </a:cubicBezTo>
                <a:cubicBezTo>
                  <a:pt x="213185" y="30061"/>
                  <a:pt x="211761" y="28636"/>
                  <a:pt x="210003" y="28636"/>
                </a:cubicBezTo>
                <a:moveTo>
                  <a:pt x="120911" y="136820"/>
                </a:moveTo>
                <a:cubicBezTo>
                  <a:pt x="119154" y="136820"/>
                  <a:pt x="117729" y="138245"/>
                  <a:pt x="117729" y="140002"/>
                </a:cubicBezTo>
                <a:cubicBezTo>
                  <a:pt x="117729" y="141759"/>
                  <a:pt x="119154" y="143184"/>
                  <a:pt x="120911" y="143184"/>
                </a:cubicBezTo>
                <a:cubicBezTo>
                  <a:pt x="122668" y="143184"/>
                  <a:pt x="124093" y="141759"/>
                  <a:pt x="124093" y="140002"/>
                </a:cubicBezTo>
                <a:cubicBezTo>
                  <a:pt x="124093" y="138245"/>
                  <a:pt x="122668" y="136820"/>
                  <a:pt x="120911" y="136820"/>
                </a:cubicBezTo>
                <a:moveTo>
                  <a:pt x="190912" y="254550"/>
                </a:moveTo>
                <a:lnTo>
                  <a:pt x="190912" y="267277"/>
                </a:lnTo>
                <a:moveTo>
                  <a:pt x="216367" y="254550"/>
                </a:moveTo>
                <a:lnTo>
                  <a:pt x="216367" y="267277"/>
                </a:lnTo>
                <a:moveTo>
                  <a:pt x="29400" y="213822"/>
                </a:moveTo>
                <a:cubicBezTo>
                  <a:pt x="27247" y="215154"/>
                  <a:pt x="25836" y="217412"/>
                  <a:pt x="25582" y="219931"/>
                </a:cubicBezTo>
                <a:cubicBezTo>
                  <a:pt x="25439" y="222414"/>
                  <a:pt x="26312" y="224849"/>
                  <a:pt x="28000" y="226676"/>
                </a:cubicBezTo>
                <a:lnTo>
                  <a:pt x="40728" y="239404"/>
                </a:lnTo>
                <a:cubicBezTo>
                  <a:pt x="42555" y="241092"/>
                  <a:pt x="44990" y="241965"/>
                  <a:pt x="47473" y="241822"/>
                </a:cubicBezTo>
                <a:cubicBezTo>
                  <a:pt x="49992" y="241568"/>
                  <a:pt x="52250" y="240157"/>
                  <a:pt x="53582" y="238004"/>
                </a:cubicBezTo>
                <a:lnTo>
                  <a:pt x="101947" y="165584"/>
                </a:lnTo>
                <a:close/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854383" y="2045785"/>
            <a:ext cx="292732" cy="292732"/>
          </a:xfrm>
          <a:custGeom>
            <a:avLst/>
            <a:gdLst/>
            <a:ahLst/>
            <a:cxnLst/>
            <a:rect l="0" t="0" r="0" b="0"/>
            <a:pathLst>
              <a:path w="292732" h="292732">
                <a:moveTo>
                  <a:pt x="178185" y="66310"/>
                </a:moveTo>
                <a:cubicBezTo>
                  <a:pt x="178199" y="79291"/>
                  <a:pt x="168444" y="90203"/>
                  <a:pt x="155542" y="91638"/>
                </a:cubicBezTo>
                <a:lnTo>
                  <a:pt x="70701" y="101056"/>
                </a:lnTo>
                <a:cubicBezTo>
                  <a:pt x="68895" y="101256"/>
                  <a:pt x="67091" y="100675"/>
                  <a:pt x="65741" y="99459"/>
                </a:cubicBezTo>
                <a:cubicBezTo>
                  <a:pt x="64392" y="98243"/>
                  <a:pt x="63626" y="96509"/>
                  <a:pt x="63637" y="94692"/>
                </a:cubicBezTo>
                <a:lnTo>
                  <a:pt x="63637" y="7114"/>
                </a:lnTo>
                <a:cubicBezTo>
                  <a:pt x="63626" y="5298"/>
                  <a:pt x="64392" y="3563"/>
                  <a:pt x="65741" y="2348"/>
                </a:cubicBezTo>
                <a:cubicBezTo>
                  <a:pt x="67091" y="1132"/>
                  <a:pt x="68895" y="551"/>
                  <a:pt x="70701" y="750"/>
                </a:cubicBezTo>
                <a:lnTo>
                  <a:pt x="155542" y="10169"/>
                </a:lnTo>
                <a:cubicBezTo>
                  <a:pt x="168449" y="11604"/>
                  <a:pt x="178206" y="22524"/>
                  <a:pt x="178185" y="35509"/>
                </a:cubicBezTo>
                <a:close/>
                <a:moveTo>
                  <a:pt x="114547" y="226422"/>
                </a:moveTo>
                <a:cubicBezTo>
                  <a:pt x="114533" y="213441"/>
                  <a:pt x="124288" y="202529"/>
                  <a:pt x="137189" y="201094"/>
                </a:cubicBezTo>
                <a:lnTo>
                  <a:pt x="222031" y="191676"/>
                </a:lnTo>
                <a:cubicBezTo>
                  <a:pt x="223836" y="191476"/>
                  <a:pt x="225641" y="192057"/>
                  <a:pt x="226991" y="193273"/>
                </a:cubicBezTo>
                <a:cubicBezTo>
                  <a:pt x="228340" y="194489"/>
                  <a:pt x="229106" y="196223"/>
                  <a:pt x="229095" y="198040"/>
                </a:cubicBezTo>
                <a:lnTo>
                  <a:pt x="229095" y="285630"/>
                </a:lnTo>
                <a:cubicBezTo>
                  <a:pt x="229106" y="287447"/>
                  <a:pt x="228340" y="289181"/>
                  <a:pt x="226991" y="290397"/>
                </a:cubicBezTo>
                <a:cubicBezTo>
                  <a:pt x="225641" y="291613"/>
                  <a:pt x="223836" y="292194"/>
                  <a:pt x="222031" y="291994"/>
                </a:cubicBezTo>
                <a:lnTo>
                  <a:pt x="137189" y="282576"/>
                </a:lnTo>
                <a:cubicBezTo>
                  <a:pt x="124278" y="281140"/>
                  <a:pt x="114519" y="270213"/>
                  <a:pt x="114547" y="257222"/>
                </a:cubicBezTo>
                <a:close/>
                <a:moveTo>
                  <a:pt x="114547" y="241822"/>
                </a:moveTo>
                <a:lnTo>
                  <a:pt x="44546" y="241822"/>
                </a:lnTo>
                <a:cubicBezTo>
                  <a:pt x="19944" y="241822"/>
                  <a:pt x="0" y="221878"/>
                  <a:pt x="0" y="197276"/>
                </a:cubicBezTo>
                <a:cubicBezTo>
                  <a:pt x="0" y="172674"/>
                  <a:pt x="19944" y="152730"/>
                  <a:pt x="44546" y="152730"/>
                </a:cubicBezTo>
                <a:lnTo>
                  <a:pt x="241822" y="152730"/>
                </a:lnTo>
                <a:cubicBezTo>
                  <a:pt x="269939" y="152730"/>
                  <a:pt x="292732" y="129936"/>
                  <a:pt x="292732" y="101820"/>
                </a:cubicBezTo>
                <a:cubicBezTo>
                  <a:pt x="292732" y="73703"/>
                  <a:pt x="269939" y="50910"/>
                  <a:pt x="241822" y="50910"/>
                </a:cubicBezTo>
                <a:lnTo>
                  <a:pt x="178185" y="50910"/>
                </a:lnTo>
                <a:moveTo>
                  <a:pt x="38182" y="50910"/>
                </a:moveTo>
                <a:lnTo>
                  <a:pt x="0" y="50910"/>
                </a:lnTo>
                <a:moveTo>
                  <a:pt x="0" y="0"/>
                </a:moveTo>
                <a:lnTo>
                  <a:pt x="38182" y="12727"/>
                </a:lnTo>
                <a:moveTo>
                  <a:pt x="38182" y="89092"/>
                </a:moveTo>
                <a:lnTo>
                  <a:pt x="0" y="101820"/>
                </a:lnTo>
                <a:moveTo>
                  <a:pt x="292732" y="241822"/>
                </a:moveTo>
                <a:lnTo>
                  <a:pt x="254550" y="241822"/>
                </a:lnTo>
                <a:moveTo>
                  <a:pt x="292732" y="292732"/>
                </a:moveTo>
                <a:lnTo>
                  <a:pt x="254550" y="280005"/>
                </a:lnTo>
                <a:moveTo>
                  <a:pt x="292732" y="190912"/>
                </a:moveTo>
                <a:lnTo>
                  <a:pt x="254550" y="203640"/>
                </a:ln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4" name="Group 73"/>
          <p:cNvGrpSpPr/>
          <p:nvPr/>
        </p:nvGrpSpPr>
        <p:grpSpPr>
          <a:xfrm>
            <a:off x="619125" y="4071914"/>
            <a:ext cx="2195864" cy="514302"/>
            <a:chOff x="619125" y="4071914"/>
            <a:chExt cx="2195864" cy="514302"/>
          </a:xfrm>
        </p:grpSpPr>
        <p:sp>
          <p:nvSpPr>
            <p:cNvPr id="71" name="TextBox 70"/>
            <p:cNvSpPr txBox="1"/>
            <p:nvPr/>
          </p:nvSpPr>
          <p:spPr>
            <a:xfrm>
              <a:off x="619125" y="4071914"/>
              <a:ext cx="252524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63876"/>
                  </a:solidFill>
                  <a:latin typeface="Noto Serif JP"/>
                </a:rPr>
                <a:t>Coverage: Comprehensive tests for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19125" y="4243364"/>
              <a:ext cx="252524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63876"/>
                  </a:solidFill>
                  <a:latin typeface="Noto Serif JP"/>
                </a:rPr>
                <a:t>models, validators, heuristics, and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19125" y="4414814"/>
              <a:ext cx="2525243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63876"/>
                  </a:solidFill>
                  <a:latin typeface="Noto Serif JP"/>
                </a:rPr>
                <a:t>sanitization logic.</a:t>
              </a:r>
            </a:p>
          </p:txBody>
        </p:sp>
      </p:grpSp>
      <p:sp>
        <p:nvSpPr>
          <p:cNvPr id="75" name="Rounded Rectangle 74"/>
          <p:cNvSpPr/>
          <p:nvPr/>
        </p:nvSpPr>
        <p:spPr>
          <a:xfrm>
            <a:off x="4547281" y="1931239"/>
            <a:ext cx="259615" cy="292732"/>
          </a:xfrm>
          <a:custGeom>
            <a:avLst/>
            <a:gdLst/>
            <a:ahLst/>
            <a:cxnLst/>
            <a:rect l="0" t="0" r="0" b="0"/>
            <a:pathLst>
              <a:path w="259615" h="292732">
                <a:moveTo>
                  <a:pt x="129807" y="101209"/>
                </a:moveTo>
                <a:lnTo>
                  <a:pt x="129807" y="52042"/>
                </a:lnTo>
                <a:moveTo>
                  <a:pt x="103792" y="26015"/>
                </a:moveTo>
                <a:cubicBezTo>
                  <a:pt x="103792" y="40382"/>
                  <a:pt x="115440" y="52030"/>
                  <a:pt x="129807" y="52030"/>
                </a:cubicBezTo>
                <a:cubicBezTo>
                  <a:pt x="144175" y="52030"/>
                  <a:pt x="155822" y="40382"/>
                  <a:pt x="155822" y="26015"/>
                </a:cubicBezTo>
                <a:cubicBezTo>
                  <a:pt x="155822" y="11647"/>
                  <a:pt x="144175" y="0"/>
                  <a:pt x="129807" y="0"/>
                </a:cubicBezTo>
                <a:cubicBezTo>
                  <a:pt x="115440" y="0"/>
                  <a:pt x="103792" y="11647"/>
                  <a:pt x="103792" y="26015"/>
                </a:cubicBezTo>
                <a:moveTo>
                  <a:pt x="80997" y="117805"/>
                </a:moveTo>
                <a:lnTo>
                  <a:pt x="48555" y="100827"/>
                </a:lnTo>
                <a:moveTo>
                  <a:pt x="0" y="87819"/>
                </a:moveTo>
                <a:cubicBezTo>
                  <a:pt x="0" y="102187"/>
                  <a:pt x="11647" y="113834"/>
                  <a:pt x="26015" y="113834"/>
                </a:cubicBezTo>
                <a:cubicBezTo>
                  <a:pt x="40382" y="113834"/>
                  <a:pt x="52030" y="102187"/>
                  <a:pt x="52030" y="87819"/>
                </a:cubicBezTo>
                <a:cubicBezTo>
                  <a:pt x="52030" y="73452"/>
                  <a:pt x="40382" y="61804"/>
                  <a:pt x="26015" y="61804"/>
                </a:cubicBezTo>
                <a:cubicBezTo>
                  <a:pt x="11647" y="61804"/>
                  <a:pt x="0" y="73452"/>
                  <a:pt x="0" y="87819"/>
                </a:cubicBezTo>
                <a:moveTo>
                  <a:pt x="178770" y="117729"/>
                </a:moveTo>
                <a:lnTo>
                  <a:pt x="211060" y="100827"/>
                </a:lnTo>
                <a:moveTo>
                  <a:pt x="207585" y="87819"/>
                </a:moveTo>
                <a:cubicBezTo>
                  <a:pt x="207585" y="102187"/>
                  <a:pt x="219232" y="113834"/>
                  <a:pt x="233600" y="113834"/>
                </a:cubicBezTo>
                <a:cubicBezTo>
                  <a:pt x="247968" y="113834"/>
                  <a:pt x="259615" y="102187"/>
                  <a:pt x="259615" y="87819"/>
                </a:cubicBezTo>
                <a:cubicBezTo>
                  <a:pt x="259615" y="73452"/>
                  <a:pt x="247968" y="61804"/>
                  <a:pt x="233600" y="61804"/>
                </a:cubicBezTo>
                <a:cubicBezTo>
                  <a:pt x="219232" y="61804"/>
                  <a:pt x="207585" y="73452"/>
                  <a:pt x="207585" y="87819"/>
                </a:cubicBezTo>
                <a:moveTo>
                  <a:pt x="129807" y="198790"/>
                </a:moveTo>
                <a:lnTo>
                  <a:pt x="129807" y="240689"/>
                </a:lnTo>
                <a:moveTo>
                  <a:pt x="103792" y="266717"/>
                </a:moveTo>
                <a:cubicBezTo>
                  <a:pt x="103792" y="281085"/>
                  <a:pt x="115440" y="292732"/>
                  <a:pt x="129807" y="292732"/>
                </a:cubicBezTo>
                <a:cubicBezTo>
                  <a:pt x="144175" y="292732"/>
                  <a:pt x="155822" y="281085"/>
                  <a:pt x="155822" y="266717"/>
                </a:cubicBezTo>
                <a:cubicBezTo>
                  <a:pt x="155822" y="252349"/>
                  <a:pt x="144175" y="240702"/>
                  <a:pt x="129807" y="240702"/>
                </a:cubicBezTo>
                <a:cubicBezTo>
                  <a:pt x="115440" y="240702"/>
                  <a:pt x="103792" y="252349"/>
                  <a:pt x="103792" y="266717"/>
                </a:cubicBezTo>
                <a:moveTo>
                  <a:pt x="75855" y="178350"/>
                </a:moveTo>
                <a:lnTo>
                  <a:pt x="48555" y="192669"/>
                </a:lnTo>
                <a:moveTo>
                  <a:pt x="0" y="205676"/>
                </a:moveTo>
                <a:cubicBezTo>
                  <a:pt x="0" y="220044"/>
                  <a:pt x="11647" y="231691"/>
                  <a:pt x="26015" y="231691"/>
                </a:cubicBezTo>
                <a:cubicBezTo>
                  <a:pt x="40382" y="231691"/>
                  <a:pt x="52030" y="220044"/>
                  <a:pt x="52030" y="205676"/>
                </a:cubicBezTo>
                <a:cubicBezTo>
                  <a:pt x="52030" y="191308"/>
                  <a:pt x="40382" y="179661"/>
                  <a:pt x="26015" y="179661"/>
                </a:cubicBezTo>
                <a:cubicBezTo>
                  <a:pt x="11647" y="179661"/>
                  <a:pt x="0" y="191308"/>
                  <a:pt x="0" y="205676"/>
                </a:cubicBezTo>
                <a:moveTo>
                  <a:pt x="183912" y="178426"/>
                </a:moveTo>
                <a:lnTo>
                  <a:pt x="211060" y="192669"/>
                </a:lnTo>
                <a:moveTo>
                  <a:pt x="207585" y="205676"/>
                </a:moveTo>
                <a:cubicBezTo>
                  <a:pt x="207585" y="220044"/>
                  <a:pt x="219232" y="231691"/>
                  <a:pt x="233600" y="231691"/>
                </a:cubicBezTo>
                <a:cubicBezTo>
                  <a:pt x="247968" y="231691"/>
                  <a:pt x="259615" y="220044"/>
                  <a:pt x="259615" y="205676"/>
                </a:cubicBezTo>
                <a:cubicBezTo>
                  <a:pt x="259615" y="191308"/>
                  <a:pt x="247968" y="179661"/>
                  <a:pt x="233600" y="179661"/>
                </a:cubicBezTo>
                <a:cubicBezTo>
                  <a:pt x="219232" y="179661"/>
                  <a:pt x="207585" y="191308"/>
                  <a:pt x="207585" y="205676"/>
                </a:cubicBezTo>
                <a:moveTo>
                  <a:pt x="206032" y="144189"/>
                </a:moveTo>
                <a:cubicBezTo>
                  <a:pt x="208668" y="147619"/>
                  <a:pt x="208668" y="152393"/>
                  <a:pt x="206032" y="155822"/>
                </a:cubicBezTo>
                <a:cubicBezTo>
                  <a:pt x="196169" y="168766"/>
                  <a:pt x="169046" y="198790"/>
                  <a:pt x="129947" y="198790"/>
                </a:cubicBezTo>
                <a:cubicBezTo>
                  <a:pt x="90848" y="198790"/>
                  <a:pt x="63764" y="168754"/>
                  <a:pt x="53862" y="155810"/>
                </a:cubicBezTo>
                <a:cubicBezTo>
                  <a:pt x="51229" y="152384"/>
                  <a:pt x="51229" y="147615"/>
                  <a:pt x="53862" y="144189"/>
                </a:cubicBezTo>
                <a:cubicBezTo>
                  <a:pt x="63739" y="131246"/>
                  <a:pt x="90861" y="101209"/>
                  <a:pt x="129947" y="101209"/>
                </a:cubicBezTo>
                <a:cubicBezTo>
                  <a:pt x="169034" y="101209"/>
                  <a:pt x="196156" y="131258"/>
                  <a:pt x="206032" y="144189"/>
                </a:cubicBezTo>
                <a:close/>
                <a:moveTo>
                  <a:pt x="129935" y="127046"/>
                </a:moveTo>
                <a:cubicBezTo>
                  <a:pt x="117282" y="127046"/>
                  <a:pt x="107025" y="137302"/>
                  <a:pt x="107025" y="149955"/>
                </a:cubicBezTo>
                <a:cubicBezTo>
                  <a:pt x="107025" y="162608"/>
                  <a:pt x="117282" y="172865"/>
                  <a:pt x="129935" y="172865"/>
                </a:cubicBezTo>
                <a:cubicBezTo>
                  <a:pt x="142587" y="172865"/>
                  <a:pt x="152844" y="162608"/>
                  <a:pt x="152844" y="149955"/>
                </a:cubicBezTo>
                <a:cubicBezTo>
                  <a:pt x="152844" y="137302"/>
                  <a:pt x="142587" y="127046"/>
                  <a:pt x="129935" y="127046"/>
                </a:cubicBezTo>
              </a:path>
            </a:pathLst>
          </a:custGeom>
          <a:noFill/>
          <a:ln w="4771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9" name="Group 78"/>
          <p:cNvGrpSpPr/>
          <p:nvPr/>
        </p:nvGrpSpPr>
        <p:grpSpPr>
          <a:xfrm>
            <a:off x="390525" y="1728852"/>
            <a:ext cx="2350417" cy="514350"/>
            <a:chOff x="390525" y="1728852"/>
            <a:chExt cx="2350417" cy="514350"/>
          </a:xfrm>
        </p:grpSpPr>
        <p:sp>
          <p:nvSpPr>
            <p:cNvPr id="76" name="TextBox 75"/>
            <p:cNvSpPr txBox="1"/>
            <p:nvPr/>
          </p:nvSpPr>
          <p:spPr>
            <a:xfrm>
              <a:off x="390525" y="1728852"/>
              <a:ext cx="270297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63876"/>
                  </a:solidFill>
                  <a:latin typeface="Noto Serif JP"/>
                </a:rPr>
                <a:t>Running 160+ tests in ~2 seconds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90525" y="1900302"/>
              <a:ext cx="270297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63876"/>
                  </a:solidFill>
                  <a:latin typeface="Noto Serif JP"/>
                </a:rPr>
                <a:t>by mocking external systems and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90525" y="2071752"/>
              <a:ext cx="270297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63876"/>
                  </a:solidFill>
                  <a:latin typeface="Noto Serif JP"/>
                </a:rPr>
                <a:t>avoiding UI dependencies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390525" y="371475"/>
            <a:ext cx="7253411" cy="800100"/>
            <a:chOff x="390525" y="371475"/>
            <a:chExt cx="7253411" cy="800100"/>
          </a:xfrm>
        </p:grpSpPr>
        <p:sp>
          <p:nvSpPr>
            <p:cNvPr id="80" name="TextBox 79"/>
            <p:cNvSpPr txBox="1"/>
            <p:nvPr/>
          </p:nvSpPr>
          <p:spPr>
            <a:xfrm>
              <a:off x="390525" y="371475"/>
              <a:ext cx="834142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63876"/>
                  </a:solidFill>
                  <a:latin typeface="Aboreto"/>
                </a:rPr>
                <a:t>Testing Strategy: Isolating the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90525" y="771525"/>
              <a:ext cx="834142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63876"/>
                  </a:solidFill>
                  <a:latin typeface="Aboreto"/>
                </a:rPr>
                <a:t>Domain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6910550" y="2612179"/>
            <a:ext cx="827722" cy="244343"/>
            <a:chOff x="6910550" y="2612179"/>
            <a:chExt cx="827722" cy="244343"/>
          </a:xfrm>
        </p:grpSpPr>
        <p:sp>
          <p:nvSpPr>
            <p:cNvPr id="83" name="TextBox 82"/>
            <p:cNvSpPr txBox="1"/>
            <p:nvPr/>
          </p:nvSpPr>
          <p:spPr>
            <a:xfrm>
              <a:off x="6848471" y="2612179"/>
              <a:ext cx="951880" cy="122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2EEFF"/>
                  </a:solidFill>
                  <a:latin typeface="Aboreto"/>
                </a:rPr>
                <a:t>Filesystem/Net-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848471" y="2734384"/>
              <a:ext cx="951880" cy="122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2EEFF"/>
                  </a:solidFill>
                  <a:latin typeface="Aboreto"/>
                </a:rPr>
                <a:t>work Calls</a:t>
              </a:r>
            </a:p>
          </p:txBody>
        </p:sp>
      </p:grpSp>
      <p:sp>
        <p:nvSpPr>
          <p:cNvPr id="86" name="Rounded Rectangle 85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6146968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94439" y="2070734"/>
            <a:ext cx="3778081" cy="1002029"/>
          </a:xfrm>
          <a:custGeom>
            <a:avLst/>
            <a:gdLst/>
            <a:ahLst/>
            <a:cxnLst/>
            <a:rect l="0" t="0" r="0" b="0"/>
            <a:pathLst>
              <a:path w="3778081" h="1002029">
                <a:moveTo>
                  <a:pt x="3778081" y="887729"/>
                </a:moveTo>
                <a:cubicBezTo>
                  <a:pt x="3778081" y="950852"/>
                  <a:pt x="3726913" y="1002029"/>
                  <a:pt x="3663781" y="1002029"/>
                </a:cubicBezTo>
                <a:lnTo>
                  <a:pt x="114300" y="1002029"/>
                </a:lnTo>
                <a:cubicBezTo>
                  <a:pt x="51177" y="1002029"/>
                  <a:pt x="0" y="950852"/>
                  <a:pt x="0" y="887729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63781" y="0"/>
                </a:lnTo>
                <a:cubicBezTo>
                  <a:pt x="3726913" y="0"/>
                  <a:pt x="3778081" y="51177"/>
                  <a:pt x="3778081" y="114300"/>
                </a:cubicBezTo>
                <a:lnTo>
                  <a:pt x="3778081" y="887729"/>
                </a:lnTo>
              </a:path>
            </a:pathLst>
          </a:custGeom>
          <a:solidFill>
            <a:srgbClr val="E2EE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94439" y="2070734"/>
            <a:ext cx="3778081" cy="1002029"/>
          </a:xfrm>
          <a:custGeom>
            <a:avLst/>
            <a:gdLst/>
            <a:ahLst/>
            <a:cxnLst/>
            <a:rect l="0" t="0" r="0" b="0"/>
            <a:pathLst>
              <a:path w="3778081" h="1002029">
                <a:moveTo>
                  <a:pt x="3778081" y="887729"/>
                </a:moveTo>
                <a:cubicBezTo>
                  <a:pt x="3778081" y="950852"/>
                  <a:pt x="3726913" y="1002029"/>
                  <a:pt x="3663781" y="1002029"/>
                </a:cubicBezTo>
                <a:lnTo>
                  <a:pt x="114300" y="1002029"/>
                </a:lnTo>
                <a:cubicBezTo>
                  <a:pt x="51177" y="1002029"/>
                  <a:pt x="0" y="950852"/>
                  <a:pt x="0" y="887729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63781" y="0"/>
                </a:lnTo>
                <a:cubicBezTo>
                  <a:pt x="3726913" y="0"/>
                  <a:pt x="3778081" y="51177"/>
                  <a:pt x="3778081" y="114300"/>
                </a:cubicBezTo>
                <a:lnTo>
                  <a:pt x="3778081" y="887729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94439" y="2070734"/>
            <a:ext cx="3778085" cy="1002029"/>
          </a:xfrm>
          <a:custGeom>
            <a:avLst/>
            <a:gdLst/>
            <a:ahLst/>
            <a:cxnLst/>
            <a:rect l="0" t="0" r="0" b="0"/>
            <a:pathLst>
              <a:path w="3778085" h="1002029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moveTo>
                  <a:pt x="3663785" y="0"/>
                </a:moveTo>
                <a:lnTo>
                  <a:pt x="114300" y="0"/>
                </a:lnTo>
                <a:moveTo>
                  <a:pt x="3778085" y="114300"/>
                </a:moveTo>
                <a:cubicBezTo>
                  <a:pt x="3778085" y="51174"/>
                  <a:pt x="3726912" y="0"/>
                  <a:pt x="3663785" y="0"/>
                </a:cubicBezTo>
                <a:moveTo>
                  <a:pt x="3778085" y="887729"/>
                </a:moveTo>
                <a:lnTo>
                  <a:pt x="3778085" y="114300"/>
                </a:lnTo>
                <a:moveTo>
                  <a:pt x="3663785" y="1002029"/>
                </a:moveTo>
                <a:cubicBezTo>
                  <a:pt x="3726912" y="1002029"/>
                  <a:pt x="3778085" y="950856"/>
                  <a:pt x="3778085" y="887729"/>
                </a:cubicBezTo>
                <a:moveTo>
                  <a:pt x="3663785" y="1002029"/>
                </a:moveTo>
                <a:lnTo>
                  <a:pt x="114300" y="1002029"/>
                </a:lnTo>
                <a:moveTo>
                  <a:pt x="114300" y="1002029"/>
                </a:moveTo>
                <a:cubicBezTo>
                  <a:pt x="51173" y="1002029"/>
                  <a:pt x="0" y="950856"/>
                  <a:pt x="0" y="887729"/>
                </a:cubicBezTo>
                <a:moveTo>
                  <a:pt x="0" y="887729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94439" y="3301365"/>
            <a:ext cx="3778081" cy="1002029"/>
          </a:xfrm>
          <a:custGeom>
            <a:avLst/>
            <a:gdLst/>
            <a:ahLst/>
            <a:cxnLst/>
            <a:rect l="0" t="0" r="0" b="0"/>
            <a:pathLst>
              <a:path w="3778081" h="1002029">
                <a:moveTo>
                  <a:pt x="3778081" y="887729"/>
                </a:moveTo>
                <a:cubicBezTo>
                  <a:pt x="3778081" y="950852"/>
                  <a:pt x="3726913" y="1002029"/>
                  <a:pt x="3663781" y="1002029"/>
                </a:cubicBezTo>
                <a:lnTo>
                  <a:pt x="114300" y="1002029"/>
                </a:lnTo>
                <a:cubicBezTo>
                  <a:pt x="51177" y="1002029"/>
                  <a:pt x="0" y="950852"/>
                  <a:pt x="0" y="887729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63781" y="0"/>
                </a:lnTo>
                <a:cubicBezTo>
                  <a:pt x="3726913" y="0"/>
                  <a:pt x="3778081" y="51177"/>
                  <a:pt x="3778081" y="114300"/>
                </a:cubicBezTo>
                <a:lnTo>
                  <a:pt x="3778081" y="887729"/>
                </a:lnTo>
              </a:path>
            </a:pathLst>
          </a:custGeom>
          <a:solidFill>
            <a:srgbClr val="E2EE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94439" y="3301365"/>
            <a:ext cx="3778081" cy="1002029"/>
          </a:xfrm>
          <a:custGeom>
            <a:avLst/>
            <a:gdLst/>
            <a:ahLst/>
            <a:cxnLst/>
            <a:rect l="0" t="0" r="0" b="0"/>
            <a:pathLst>
              <a:path w="3778081" h="1002029">
                <a:moveTo>
                  <a:pt x="3778081" y="887729"/>
                </a:moveTo>
                <a:cubicBezTo>
                  <a:pt x="3778081" y="950852"/>
                  <a:pt x="3726913" y="1002029"/>
                  <a:pt x="3663781" y="1002029"/>
                </a:cubicBezTo>
                <a:lnTo>
                  <a:pt x="114300" y="1002029"/>
                </a:lnTo>
                <a:cubicBezTo>
                  <a:pt x="51177" y="1002029"/>
                  <a:pt x="0" y="950852"/>
                  <a:pt x="0" y="887729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63781" y="0"/>
                </a:lnTo>
                <a:cubicBezTo>
                  <a:pt x="3726913" y="0"/>
                  <a:pt x="3778081" y="51177"/>
                  <a:pt x="3778081" y="114300"/>
                </a:cubicBezTo>
                <a:lnTo>
                  <a:pt x="3778081" y="887729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4439" y="3301365"/>
            <a:ext cx="3778085" cy="1002030"/>
          </a:xfrm>
          <a:custGeom>
            <a:avLst/>
            <a:gdLst/>
            <a:ahLst/>
            <a:cxnLst/>
            <a:rect l="0" t="0" r="0" b="0"/>
            <a:pathLst>
              <a:path w="3778085" h="1002030">
                <a:moveTo>
                  <a:pt x="0" y="114300"/>
                </a:moveTo>
                <a:cubicBezTo>
                  <a:pt x="0" y="51173"/>
                  <a:pt x="51173" y="0"/>
                  <a:pt x="114300" y="0"/>
                </a:cubicBezTo>
                <a:moveTo>
                  <a:pt x="3663785" y="0"/>
                </a:moveTo>
                <a:lnTo>
                  <a:pt x="114300" y="0"/>
                </a:lnTo>
                <a:moveTo>
                  <a:pt x="3778085" y="114300"/>
                </a:moveTo>
                <a:cubicBezTo>
                  <a:pt x="3778085" y="51173"/>
                  <a:pt x="3726912" y="0"/>
                  <a:pt x="3663785" y="0"/>
                </a:cubicBezTo>
                <a:moveTo>
                  <a:pt x="3778085" y="887730"/>
                </a:moveTo>
                <a:lnTo>
                  <a:pt x="3778085" y="114300"/>
                </a:lnTo>
                <a:moveTo>
                  <a:pt x="3663785" y="1002030"/>
                </a:moveTo>
                <a:cubicBezTo>
                  <a:pt x="3726912" y="1002030"/>
                  <a:pt x="3778085" y="950856"/>
                  <a:pt x="3778085" y="887730"/>
                </a:cubicBezTo>
                <a:moveTo>
                  <a:pt x="3663785" y="1002030"/>
                </a:moveTo>
                <a:lnTo>
                  <a:pt x="114300" y="1002030"/>
                </a:lnTo>
                <a:moveTo>
                  <a:pt x="114300" y="1002030"/>
                </a:moveTo>
                <a:cubicBezTo>
                  <a:pt x="51173" y="1002030"/>
                  <a:pt x="0" y="950856"/>
                  <a:pt x="0" y="887730"/>
                </a:cubicBezTo>
                <a:moveTo>
                  <a:pt x="0" y="887730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94439" y="840104"/>
            <a:ext cx="3778081" cy="1002029"/>
          </a:xfrm>
          <a:custGeom>
            <a:avLst/>
            <a:gdLst/>
            <a:ahLst/>
            <a:cxnLst/>
            <a:rect l="0" t="0" r="0" b="0"/>
            <a:pathLst>
              <a:path w="3778081" h="1002029">
                <a:moveTo>
                  <a:pt x="3778081" y="887729"/>
                </a:moveTo>
                <a:cubicBezTo>
                  <a:pt x="3778081" y="950852"/>
                  <a:pt x="3726913" y="1002029"/>
                  <a:pt x="3663781" y="1002029"/>
                </a:cubicBezTo>
                <a:lnTo>
                  <a:pt x="114300" y="1002029"/>
                </a:lnTo>
                <a:cubicBezTo>
                  <a:pt x="51177" y="1002029"/>
                  <a:pt x="0" y="950852"/>
                  <a:pt x="0" y="887729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63781" y="0"/>
                </a:lnTo>
                <a:cubicBezTo>
                  <a:pt x="3726913" y="0"/>
                  <a:pt x="3778081" y="51177"/>
                  <a:pt x="3778081" y="114300"/>
                </a:cubicBezTo>
                <a:lnTo>
                  <a:pt x="3778081" y="887729"/>
                </a:lnTo>
              </a:path>
            </a:pathLst>
          </a:custGeom>
          <a:solidFill>
            <a:srgbClr val="E2EE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94439" y="840104"/>
            <a:ext cx="3778081" cy="1002029"/>
          </a:xfrm>
          <a:custGeom>
            <a:avLst/>
            <a:gdLst/>
            <a:ahLst/>
            <a:cxnLst/>
            <a:rect l="0" t="0" r="0" b="0"/>
            <a:pathLst>
              <a:path w="3778081" h="1002029">
                <a:moveTo>
                  <a:pt x="3778081" y="887729"/>
                </a:moveTo>
                <a:cubicBezTo>
                  <a:pt x="3778081" y="950852"/>
                  <a:pt x="3726913" y="1002029"/>
                  <a:pt x="3663781" y="1002029"/>
                </a:cubicBezTo>
                <a:lnTo>
                  <a:pt x="114300" y="1002029"/>
                </a:lnTo>
                <a:cubicBezTo>
                  <a:pt x="51177" y="1002029"/>
                  <a:pt x="0" y="950852"/>
                  <a:pt x="0" y="887729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63781" y="0"/>
                </a:lnTo>
                <a:cubicBezTo>
                  <a:pt x="3726913" y="0"/>
                  <a:pt x="3778081" y="51177"/>
                  <a:pt x="3778081" y="114300"/>
                </a:cubicBezTo>
                <a:lnTo>
                  <a:pt x="3778081" y="887729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94439" y="840104"/>
            <a:ext cx="3778085" cy="1002029"/>
          </a:xfrm>
          <a:custGeom>
            <a:avLst/>
            <a:gdLst/>
            <a:ahLst/>
            <a:cxnLst/>
            <a:rect l="0" t="0" r="0" b="0"/>
            <a:pathLst>
              <a:path w="3778085" h="1002029">
                <a:moveTo>
                  <a:pt x="0" y="114300"/>
                </a:moveTo>
                <a:cubicBezTo>
                  <a:pt x="0" y="51173"/>
                  <a:pt x="51173" y="0"/>
                  <a:pt x="114300" y="0"/>
                </a:cubicBezTo>
                <a:moveTo>
                  <a:pt x="3663785" y="0"/>
                </a:moveTo>
                <a:lnTo>
                  <a:pt x="114300" y="0"/>
                </a:lnTo>
                <a:moveTo>
                  <a:pt x="3778085" y="114300"/>
                </a:moveTo>
                <a:cubicBezTo>
                  <a:pt x="3778085" y="51173"/>
                  <a:pt x="3726912" y="0"/>
                  <a:pt x="3663785" y="0"/>
                </a:cubicBezTo>
                <a:moveTo>
                  <a:pt x="3778085" y="887729"/>
                </a:moveTo>
                <a:lnTo>
                  <a:pt x="3778085" y="114300"/>
                </a:lnTo>
                <a:moveTo>
                  <a:pt x="3663785" y="1002029"/>
                </a:moveTo>
                <a:cubicBezTo>
                  <a:pt x="3726912" y="1002029"/>
                  <a:pt x="3778085" y="950855"/>
                  <a:pt x="3778085" y="887729"/>
                </a:cubicBezTo>
                <a:moveTo>
                  <a:pt x="3663785" y="1002029"/>
                </a:moveTo>
                <a:lnTo>
                  <a:pt x="114300" y="1002029"/>
                </a:lnTo>
                <a:moveTo>
                  <a:pt x="114300" y="1002029"/>
                </a:moveTo>
                <a:cubicBezTo>
                  <a:pt x="51173" y="1002029"/>
                  <a:pt x="0" y="950855"/>
                  <a:pt x="0" y="887729"/>
                </a:cubicBezTo>
                <a:moveTo>
                  <a:pt x="0" y="887729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4" name="Group 13"/>
          <p:cNvGrpSpPr/>
          <p:nvPr/>
        </p:nvGrpSpPr>
        <p:grpSpPr>
          <a:xfrm>
            <a:off x="390525" y="371480"/>
            <a:ext cx="4122543" cy="779820"/>
            <a:chOff x="390525" y="371480"/>
            <a:chExt cx="4122543" cy="779820"/>
          </a:xfrm>
        </p:grpSpPr>
        <p:sp>
          <p:nvSpPr>
            <p:cNvPr id="12" name="TextBox 11"/>
            <p:cNvSpPr txBox="1"/>
            <p:nvPr/>
          </p:nvSpPr>
          <p:spPr>
            <a:xfrm>
              <a:off x="390525" y="371480"/>
              <a:ext cx="4740924" cy="389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163876"/>
                  </a:solidFill>
                  <a:latin typeface="Aboreto"/>
                </a:rPr>
                <a:t>Security &amp; Privacy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0525" y="761433"/>
              <a:ext cx="4740924" cy="38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163876"/>
                  </a:solidFill>
                  <a:latin typeface="Aboreto"/>
                </a:rPr>
                <a:t>Architecture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203989" y="1030605"/>
            <a:ext cx="1786556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2EEFF"/>
                </a:solidFill>
                <a:latin typeface="Aboreto"/>
              </a:rPr>
              <a:t>Local-first design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203989" y="1308734"/>
            <a:ext cx="3358981" cy="342900"/>
            <a:chOff x="5203989" y="1308734"/>
            <a:chExt cx="3358981" cy="342900"/>
          </a:xfrm>
        </p:grpSpPr>
        <p:sp>
          <p:nvSpPr>
            <p:cNvPr id="16" name="TextBox 15"/>
            <p:cNvSpPr txBox="1"/>
            <p:nvPr/>
          </p:nvSpPr>
          <p:spPr>
            <a:xfrm>
              <a:off x="5203989" y="1308734"/>
              <a:ext cx="386282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2EEFF"/>
                  </a:solidFill>
                  <a:latin typeface="Noto Serif JP"/>
                </a:rPr>
                <a:t>The architecture ensures that sensitive data never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203989" y="1480184"/>
              <a:ext cx="386282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2EEFF"/>
                  </a:solidFill>
                  <a:latin typeface="Noto Serif JP"/>
                </a:rPr>
                <a:t>leaves the local environment.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203989" y="2261235"/>
            <a:ext cx="1964149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2EEFF"/>
                </a:solidFill>
                <a:latin typeface="Aboreto"/>
              </a:rPr>
              <a:t>API key management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203989" y="2539365"/>
            <a:ext cx="3277666" cy="342900"/>
            <a:chOff x="5203989" y="2539365"/>
            <a:chExt cx="3277666" cy="342900"/>
          </a:xfrm>
        </p:grpSpPr>
        <p:sp>
          <p:nvSpPr>
            <p:cNvPr id="20" name="TextBox 19"/>
            <p:cNvSpPr txBox="1"/>
            <p:nvPr/>
          </p:nvSpPr>
          <p:spPr>
            <a:xfrm>
              <a:off x="5203989" y="2539365"/>
              <a:ext cx="376931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2EEFF"/>
                  </a:solidFill>
                  <a:latin typeface="Noto Serif JP"/>
                </a:rPr>
                <a:t>API keys are managed via environment variables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03989" y="2710815"/>
              <a:ext cx="3769315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2EEFF"/>
                  </a:solidFill>
                  <a:latin typeface="Noto Serif JP"/>
                </a:rPr>
                <a:t>and never logged.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203989" y="3491866"/>
            <a:ext cx="1780673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E2EEFF"/>
                </a:solidFill>
                <a:latin typeface="Aboreto"/>
              </a:rPr>
              <a:t>Data sanitization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5203989" y="3769993"/>
            <a:ext cx="2893447" cy="342900"/>
            <a:chOff x="5203989" y="3769993"/>
            <a:chExt cx="2893447" cy="342900"/>
          </a:xfrm>
        </p:grpSpPr>
        <p:sp>
          <p:nvSpPr>
            <p:cNvPr id="24" name="TextBox 23"/>
            <p:cNvSpPr txBox="1"/>
            <p:nvPr/>
          </p:nvSpPr>
          <p:spPr>
            <a:xfrm>
              <a:off x="5203989" y="3769993"/>
              <a:ext cx="332746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2EEFF"/>
                  </a:solidFill>
                  <a:latin typeface="Noto Serif JP"/>
                </a:rPr>
                <a:t>All user input passes through a multi-stage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03989" y="3941443"/>
              <a:ext cx="332746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2EEFF"/>
                  </a:solidFill>
                  <a:latin typeface="Noto Serif JP"/>
                </a:rPr>
                <a:t>sanitization pipeline before processing.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90525" y="4429125"/>
            <a:ext cx="3885485" cy="342900"/>
            <a:chOff x="390525" y="4429125"/>
            <a:chExt cx="3885485" cy="342900"/>
          </a:xfrm>
        </p:grpSpPr>
        <p:sp>
          <p:nvSpPr>
            <p:cNvPr id="27" name="TextBox 26"/>
            <p:cNvSpPr txBox="1"/>
            <p:nvPr/>
          </p:nvSpPr>
          <p:spPr>
            <a:xfrm>
              <a:off x="390525" y="4429125"/>
              <a:ext cx="446830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63876"/>
                  </a:solidFill>
                  <a:latin typeface="Noto Serif JP"/>
                </a:rPr>
                <a:t>Local-first design and data minimization to ensure user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0525" y="4600575"/>
              <a:ext cx="446830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63876"/>
                  </a:solidFill>
                  <a:latin typeface="Noto Serif JP"/>
                </a:rPr>
                <a:t>privacy and GDPR alignment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3416063" y="2550955"/>
            <a:ext cx="2639539" cy="1221457"/>
            <a:chOff x="3416063" y="2550955"/>
            <a:chExt cx="2639539" cy="1221457"/>
          </a:xfrm>
        </p:grpSpPr>
        <p:sp>
          <p:nvSpPr>
            <p:cNvPr id="2" name="Rounded Rectangle 1"/>
            <p:cNvSpPr/>
            <p:nvPr/>
          </p:nvSpPr>
          <p:spPr>
            <a:xfrm>
              <a:off x="3416063" y="2550955"/>
              <a:ext cx="2639539" cy="1221457"/>
            </a:xfrm>
            <a:custGeom>
              <a:avLst/>
              <a:gdLst/>
              <a:ahLst/>
              <a:cxnLst/>
              <a:rect l="0" t="0" r="0" b="0"/>
              <a:pathLst>
                <a:path w="2639539" h="1221457">
                  <a:moveTo>
                    <a:pt x="1167364" y="18183"/>
                  </a:moveTo>
                  <a:lnTo>
                    <a:pt x="1176508" y="19716"/>
                  </a:lnTo>
                  <a:cubicBezTo>
                    <a:pt x="1188872" y="21050"/>
                    <a:pt x="1205884" y="20745"/>
                    <a:pt x="1224867" y="20412"/>
                  </a:cubicBezTo>
                  <a:cubicBezTo>
                    <a:pt x="1274406" y="19545"/>
                    <a:pt x="1337357" y="18440"/>
                    <a:pt x="1366151" y="45491"/>
                  </a:cubicBezTo>
                  <a:cubicBezTo>
                    <a:pt x="1400441" y="77704"/>
                    <a:pt x="1412262" y="113842"/>
                    <a:pt x="1412776" y="121815"/>
                  </a:cubicBezTo>
                  <a:cubicBezTo>
                    <a:pt x="1455467" y="126606"/>
                    <a:pt x="1494367" y="133121"/>
                    <a:pt x="1519437" y="144218"/>
                  </a:cubicBezTo>
                  <a:cubicBezTo>
                    <a:pt x="1582835" y="172278"/>
                    <a:pt x="1612973" y="214379"/>
                    <a:pt x="1623755" y="280473"/>
                  </a:cubicBezTo>
                  <a:cubicBezTo>
                    <a:pt x="1702193" y="274739"/>
                    <a:pt x="1772831" y="276234"/>
                    <a:pt x="1791214" y="305838"/>
                  </a:cubicBezTo>
                  <a:cubicBezTo>
                    <a:pt x="1839077" y="382943"/>
                    <a:pt x="1858727" y="453971"/>
                    <a:pt x="1829666" y="484079"/>
                  </a:cubicBezTo>
                  <a:cubicBezTo>
                    <a:pt x="1815122" y="499148"/>
                    <a:pt x="1794881" y="506006"/>
                    <a:pt x="1742179" y="517959"/>
                  </a:cubicBezTo>
                  <a:cubicBezTo>
                    <a:pt x="1889960" y="506930"/>
                    <a:pt x="2039007" y="476897"/>
                    <a:pt x="2170680" y="450361"/>
                  </a:cubicBezTo>
                  <a:cubicBezTo>
                    <a:pt x="2365829" y="411041"/>
                    <a:pt x="2522791" y="379409"/>
                    <a:pt x="2580817" y="428748"/>
                  </a:cubicBezTo>
                  <a:cubicBezTo>
                    <a:pt x="2622927" y="464553"/>
                    <a:pt x="2639539" y="527999"/>
                    <a:pt x="2591885" y="580624"/>
                  </a:cubicBezTo>
                  <a:lnTo>
                    <a:pt x="2591885" y="581263"/>
                  </a:lnTo>
                  <a:cubicBezTo>
                    <a:pt x="2530230" y="623658"/>
                    <a:pt x="2093633" y="760399"/>
                    <a:pt x="1651854" y="891235"/>
                  </a:cubicBezTo>
                  <a:cubicBezTo>
                    <a:pt x="1646548" y="892806"/>
                    <a:pt x="1641252" y="894378"/>
                    <a:pt x="1635947" y="895940"/>
                  </a:cubicBezTo>
                  <a:cubicBezTo>
                    <a:pt x="1634175" y="899064"/>
                    <a:pt x="1629908" y="904694"/>
                    <a:pt x="1616554" y="922305"/>
                  </a:cubicBezTo>
                  <a:cubicBezTo>
                    <a:pt x="1606829" y="935107"/>
                    <a:pt x="1592351" y="954185"/>
                    <a:pt x="1570605" y="983180"/>
                  </a:cubicBezTo>
                  <a:cubicBezTo>
                    <a:pt x="1551841" y="1008192"/>
                    <a:pt x="1524733" y="1024499"/>
                    <a:pt x="1494815" y="1042511"/>
                  </a:cubicBezTo>
                  <a:cubicBezTo>
                    <a:pt x="1462582" y="1061904"/>
                    <a:pt x="1427083" y="1083278"/>
                    <a:pt x="1395231" y="1119606"/>
                  </a:cubicBezTo>
                  <a:cubicBezTo>
                    <a:pt x="1336595" y="1186472"/>
                    <a:pt x="1309116" y="1214180"/>
                    <a:pt x="1253366" y="1217809"/>
                  </a:cubicBezTo>
                  <a:cubicBezTo>
                    <a:pt x="1197406" y="1221457"/>
                    <a:pt x="1118873" y="1206760"/>
                    <a:pt x="1041396" y="1192263"/>
                  </a:cubicBezTo>
                  <a:cubicBezTo>
                    <a:pt x="953414" y="1175794"/>
                    <a:pt x="866794" y="1159592"/>
                    <a:pt x="816082" y="1170784"/>
                  </a:cubicBezTo>
                  <a:cubicBezTo>
                    <a:pt x="720728" y="1191825"/>
                    <a:pt x="688847" y="1179261"/>
                    <a:pt x="478840" y="1044501"/>
                  </a:cubicBezTo>
                  <a:cubicBezTo>
                    <a:pt x="254079" y="900283"/>
                    <a:pt x="103908" y="892663"/>
                    <a:pt x="10115" y="894311"/>
                  </a:cubicBezTo>
                  <a:lnTo>
                    <a:pt x="0" y="236848"/>
                  </a:lnTo>
                  <a:cubicBezTo>
                    <a:pt x="161" y="236801"/>
                    <a:pt x="33794" y="228371"/>
                    <a:pt x="33756" y="228371"/>
                  </a:cubicBezTo>
                  <a:cubicBezTo>
                    <a:pt x="71466" y="224237"/>
                    <a:pt x="99069" y="216236"/>
                    <a:pt x="125148" y="208683"/>
                  </a:cubicBezTo>
                  <a:cubicBezTo>
                    <a:pt x="176155" y="193900"/>
                    <a:pt x="221361" y="180813"/>
                    <a:pt x="325021" y="201615"/>
                  </a:cubicBezTo>
                  <a:cubicBezTo>
                    <a:pt x="398154" y="216293"/>
                    <a:pt x="532752" y="173250"/>
                    <a:pt x="717603" y="114138"/>
                  </a:cubicBezTo>
                  <a:cubicBezTo>
                    <a:pt x="827903" y="78866"/>
                    <a:pt x="956109" y="37871"/>
                    <a:pt x="1099813" y="0"/>
                  </a:cubicBezTo>
                  <a:lnTo>
                    <a:pt x="1167364" y="18183"/>
                  </a:lnTo>
                  <a:moveTo>
                    <a:pt x="2430722" y="442417"/>
                  </a:moveTo>
                  <a:lnTo>
                    <a:pt x="2429779" y="443560"/>
                  </a:lnTo>
                  <a:cubicBezTo>
                    <a:pt x="2422474" y="452456"/>
                    <a:pt x="2412177" y="478593"/>
                    <a:pt x="2422217" y="516845"/>
                  </a:cubicBezTo>
                  <a:cubicBezTo>
                    <a:pt x="2432408" y="555659"/>
                    <a:pt x="2465136" y="578910"/>
                    <a:pt x="2480357" y="585806"/>
                  </a:cubicBezTo>
                  <a:lnTo>
                    <a:pt x="2481624" y="585806"/>
                  </a:lnTo>
                  <a:lnTo>
                    <a:pt x="2592266" y="561051"/>
                  </a:lnTo>
                  <a:lnTo>
                    <a:pt x="2593171" y="559841"/>
                  </a:lnTo>
                  <a:cubicBezTo>
                    <a:pt x="2597553" y="554012"/>
                    <a:pt x="2602677" y="542448"/>
                    <a:pt x="2605230" y="528427"/>
                  </a:cubicBezTo>
                  <a:cubicBezTo>
                    <a:pt x="2607792" y="514321"/>
                    <a:pt x="2607821" y="497290"/>
                    <a:pt x="2601525" y="480583"/>
                  </a:cubicBezTo>
                  <a:cubicBezTo>
                    <a:pt x="2589161" y="447808"/>
                    <a:pt x="2564530" y="427120"/>
                    <a:pt x="2554547" y="420195"/>
                  </a:cubicBezTo>
                  <a:lnTo>
                    <a:pt x="2553138" y="419214"/>
                  </a:lnTo>
                  <a:lnTo>
                    <a:pt x="2430722" y="442417"/>
                  </a:lnTo>
                  <a:moveTo>
                    <a:pt x="1392059" y="297589"/>
                  </a:moveTo>
                  <a:lnTo>
                    <a:pt x="1408547" y="298542"/>
                  </a:lnTo>
                  <a:lnTo>
                    <a:pt x="1449743" y="297027"/>
                  </a:lnTo>
                  <a:cubicBezTo>
                    <a:pt x="1426397" y="298694"/>
                    <a:pt x="1406471" y="299189"/>
                    <a:pt x="1391564" y="297532"/>
                  </a:cubicBezTo>
                  <a:cubicBezTo>
                    <a:pt x="1391726" y="297551"/>
                    <a:pt x="1391897" y="297570"/>
                    <a:pt x="1392059" y="297589"/>
                  </a:cubicBezTo>
                  <a:moveTo>
                    <a:pt x="1380267" y="295446"/>
                  </a:moveTo>
                  <a:cubicBezTo>
                    <a:pt x="1380343" y="295465"/>
                    <a:pt x="1380410" y="295484"/>
                    <a:pt x="1380486" y="295503"/>
                  </a:cubicBezTo>
                  <a:moveTo>
                    <a:pt x="1371600" y="291541"/>
                  </a:moveTo>
                  <a:cubicBezTo>
                    <a:pt x="1372485" y="292207"/>
                    <a:pt x="1373495" y="292817"/>
                    <a:pt x="1374638" y="293370"/>
                  </a:cubicBezTo>
                  <a:lnTo>
                    <a:pt x="1371600" y="291541"/>
                  </a:lnTo>
                  <a:moveTo>
                    <a:pt x="1492919" y="293189"/>
                  </a:moveTo>
                  <a:cubicBezTo>
                    <a:pt x="1494167" y="293065"/>
                    <a:pt x="1495425" y="292941"/>
                    <a:pt x="1496682" y="293141"/>
                  </a:cubicBezTo>
                  <a:lnTo>
                    <a:pt x="1492919" y="293141"/>
                  </a:lnTo>
                  <a:moveTo>
                    <a:pt x="1496682" y="292808"/>
                  </a:moveTo>
                  <a:cubicBezTo>
                    <a:pt x="1507340" y="291731"/>
                    <a:pt x="1518332" y="290598"/>
                    <a:pt x="1529524" y="289417"/>
                  </a:cubicBezTo>
                  <a:lnTo>
                    <a:pt x="1540525" y="288255"/>
                  </a:lnTo>
                  <a:lnTo>
                    <a:pt x="1496682" y="292808"/>
                  </a:lnTo>
                  <a:moveTo>
                    <a:pt x="1623698" y="280482"/>
                  </a:moveTo>
                  <a:cubicBezTo>
                    <a:pt x="1602105" y="282063"/>
                    <a:pt x="1579921" y="284187"/>
                    <a:pt x="1558070" y="286435"/>
                  </a:cubicBezTo>
                  <a:lnTo>
                    <a:pt x="1623698" y="280482"/>
                  </a:lnTo>
                  <a:moveTo>
                    <a:pt x="1412776" y="121815"/>
                  </a:moveTo>
                  <a:cubicBezTo>
                    <a:pt x="1389126" y="119157"/>
                    <a:pt x="1364313" y="117033"/>
                    <a:pt x="1340053" y="114957"/>
                  </a:cubicBezTo>
                  <a:cubicBezTo>
                    <a:pt x="1332909" y="114347"/>
                    <a:pt x="1325813" y="113747"/>
                    <a:pt x="1318812" y="113128"/>
                  </a:cubicBezTo>
                  <a:lnTo>
                    <a:pt x="1412776" y="121815"/>
                  </a:lnTo>
                  <a:moveTo>
                    <a:pt x="1188434" y="89173"/>
                  </a:moveTo>
                  <a:cubicBezTo>
                    <a:pt x="1189939" y="90135"/>
                    <a:pt x="1191615" y="91049"/>
                    <a:pt x="1193444" y="91935"/>
                  </a:cubicBezTo>
                  <a:lnTo>
                    <a:pt x="1188453" y="89182"/>
                  </a:lnTo>
                  <a:moveTo>
                    <a:pt x="1184529" y="86277"/>
                  </a:moveTo>
                  <a:cubicBezTo>
                    <a:pt x="1185672" y="87277"/>
                    <a:pt x="1186976" y="88249"/>
                    <a:pt x="1188434" y="89173"/>
                  </a:cubicBezTo>
                  <a:lnTo>
                    <a:pt x="1184529" y="86277"/>
                  </a:lnTo>
                </a:path>
              </a:pathLst>
            </a:custGeom>
            <a:solidFill>
              <a:srgbClr val="163876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5832517" y="2974523"/>
              <a:ext cx="193205" cy="158495"/>
            </a:xfrm>
            <a:custGeom>
              <a:avLst/>
              <a:gdLst/>
              <a:ahLst/>
              <a:cxnLst/>
              <a:rect l="0" t="0" r="0" b="0"/>
              <a:pathLst>
                <a:path w="193205" h="158495">
                  <a:moveTo>
                    <a:pt x="65627" y="158495"/>
                  </a:moveTo>
                  <a:lnTo>
                    <a:pt x="173459" y="133807"/>
                  </a:lnTo>
                  <a:cubicBezTo>
                    <a:pt x="181251" y="123415"/>
                    <a:pt x="193205" y="90163"/>
                    <a:pt x="181251" y="58464"/>
                  </a:cubicBezTo>
                  <a:cubicBezTo>
                    <a:pt x="169306" y="26765"/>
                    <a:pt x="145399" y="6667"/>
                    <a:pt x="135788" y="0"/>
                  </a:cubicBezTo>
                  <a:lnTo>
                    <a:pt x="16525" y="22602"/>
                  </a:lnTo>
                  <a:cubicBezTo>
                    <a:pt x="10201" y="30308"/>
                    <a:pt x="0" y="55025"/>
                    <a:pt x="9772" y="92240"/>
                  </a:cubicBezTo>
                  <a:cubicBezTo>
                    <a:pt x="19535" y="129444"/>
                    <a:pt x="51082" y="151904"/>
                    <a:pt x="65627" y="158495"/>
                  </a:cubicBezTo>
                </a:path>
              </a:pathLst>
            </a:custGeom>
            <a:solidFill>
              <a:srgbClr val="163876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416063" y="2550965"/>
            <a:ext cx="2639543" cy="1221458"/>
            <a:chOff x="3416063" y="2550965"/>
            <a:chExt cx="2639543" cy="1221458"/>
          </a:xfrm>
        </p:grpSpPr>
        <p:sp>
          <p:nvSpPr>
            <p:cNvPr id="5" name="Rounded Rectangle 4"/>
            <p:cNvSpPr/>
            <p:nvPr/>
          </p:nvSpPr>
          <p:spPr>
            <a:xfrm>
              <a:off x="3416063" y="2550965"/>
              <a:ext cx="2639543" cy="1221458"/>
            </a:xfrm>
            <a:custGeom>
              <a:avLst/>
              <a:gdLst/>
              <a:ahLst/>
              <a:cxnLst/>
              <a:rect l="0" t="0" r="0" b="0"/>
              <a:pathLst>
                <a:path w="2639543" h="1221458">
                  <a:moveTo>
                    <a:pt x="1742189" y="517958"/>
                  </a:moveTo>
                  <a:cubicBezTo>
                    <a:pt x="1705913" y="526186"/>
                    <a:pt x="1661485" y="534686"/>
                    <a:pt x="1614335" y="542799"/>
                  </a:cubicBezTo>
                  <a:cubicBezTo>
                    <a:pt x="1548388" y="554147"/>
                    <a:pt x="1477118" y="564736"/>
                    <a:pt x="1415385" y="572756"/>
                  </a:cubicBezTo>
                  <a:cubicBezTo>
                    <a:pt x="1388954" y="576190"/>
                    <a:pt x="1364272" y="579153"/>
                    <a:pt x="1342504" y="581503"/>
                  </a:cubicBezTo>
                  <a:cubicBezTo>
                    <a:pt x="1343040" y="581440"/>
                    <a:pt x="1343576" y="581377"/>
                    <a:pt x="1344111" y="581314"/>
                  </a:cubicBezTo>
                  <a:cubicBezTo>
                    <a:pt x="1367395" y="578576"/>
                    <a:pt x="1390918" y="575810"/>
                    <a:pt x="1415385" y="572756"/>
                  </a:cubicBezTo>
                  <a:cubicBezTo>
                    <a:pt x="1473312" y="565526"/>
                    <a:pt x="1536522" y="556686"/>
                    <a:pt x="1614335" y="542799"/>
                  </a:cubicBezTo>
                  <a:cubicBezTo>
                    <a:pt x="1652973" y="535903"/>
                    <a:pt x="1695210" y="527763"/>
                    <a:pt x="1742189" y="517958"/>
                  </a:cubicBezTo>
                  <a:close/>
                  <a:moveTo>
                    <a:pt x="1742189" y="517958"/>
                  </a:moveTo>
                  <a:cubicBezTo>
                    <a:pt x="1705913" y="526186"/>
                    <a:pt x="1661485" y="534686"/>
                    <a:pt x="1614335" y="542799"/>
                  </a:cubicBezTo>
                  <a:cubicBezTo>
                    <a:pt x="1548388" y="554147"/>
                    <a:pt x="1477118" y="564736"/>
                    <a:pt x="1415385" y="572756"/>
                  </a:cubicBezTo>
                  <a:cubicBezTo>
                    <a:pt x="1388954" y="576190"/>
                    <a:pt x="1364272" y="579153"/>
                    <a:pt x="1342504" y="581503"/>
                  </a:cubicBezTo>
                  <a:cubicBezTo>
                    <a:pt x="1343040" y="581440"/>
                    <a:pt x="1343576" y="581377"/>
                    <a:pt x="1344111" y="581314"/>
                  </a:cubicBezTo>
                  <a:cubicBezTo>
                    <a:pt x="1367395" y="578576"/>
                    <a:pt x="1390918" y="575810"/>
                    <a:pt x="1415385" y="572756"/>
                  </a:cubicBezTo>
                  <a:cubicBezTo>
                    <a:pt x="1473312" y="565526"/>
                    <a:pt x="1536522" y="556686"/>
                    <a:pt x="1614335" y="542799"/>
                  </a:cubicBezTo>
                  <a:cubicBezTo>
                    <a:pt x="1652973" y="535903"/>
                    <a:pt x="1695210" y="527763"/>
                    <a:pt x="1742189" y="517958"/>
                  </a:cubicBezTo>
                  <a:close/>
                  <a:moveTo>
                    <a:pt x="478844" y="1044497"/>
                  </a:moveTo>
                  <a:cubicBezTo>
                    <a:pt x="254089" y="900276"/>
                    <a:pt x="96709" y="892770"/>
                    <a:pt x="2913" y="894414"/>
                  </a:cubicBezTo>
                  <a:lnTo>
                    <a:pt x="0" y="233415"/>
                  </a:lnTo>
                  <a:lnTo>
                    <a:pt x="33768" y="228369"/>
                  </a:lnTo>
                  <a:cubicBezTo>
                    <a:pt x="33768" y="228369"/>
                    <a:pt x="99078" y="216241"/>
                    <a:pt x="125158" y="208684"/>
                  </a:cubicBezTo>
                  <a:cubicBezTo>
                    <a:pt x="176166" y="193904"/>
                    <a:pt x="221363" y="180808"/>
                    <a:pt x="325031" y="201611"/>
                  </a:cubicBezTo>
                  <a:cubicBezTo>
                    <a:pt x="398156" y="216286"/>
                    <a:pt x="532756" y="173245"/>
                    <a:pt x="717608" y="114134"/>
                  </a:cubicBezTo>
                  <a:cubicBezTo>
                    <a:pt x="827915" y="78862"/>
                    <a:pt x="956117" y="37867"/>
                    <a:pt x="1099827" y="0"/>
                  </a:cubicBezTo>
                  <a:lnTo>
                    <a:pt x="1167377" y="18183"/>
                  </a:lnTo>
                  <a:lnTo>
                    <a:pt x="1176517" y="19711"/>
                  </a:lnTo>
                  <a:cubicBezTo>
                    <a:pt x="1188885" y="21043"/>
                    <a:pt x="1205895" y="20744"/>
                    <a:pt x="1224873" y="20411"/>
                  </a:cubicBezTo>
                  <a:cubicBezTo>
                    <a:pt x="1274412" y="19541"/>
                    <a:pt x="1337360" y="18435"/>
                    <a:pt x="1366153" y="45484"/>
                  </a:cubicBezTo>
                  <a:cubicBezTo>
                    <a:pt x="1400450" y="77704"/>
                    <a:pt x="1412266" y="113844"/>
                    <a:pt x="1412785" y="121812"/>
                  </a:cubicBezTo>
                  <a:cubicBezTo>
                    <a:pt x="1389134" y="119157"/>
                    <a:pt x="1364321" y="117035"/>
                    <a:pt x="1340058" y="114958"/>
                  </a:cubicBezTo>
                  <a:cubicBezTo>
                    <a:pt x="1332917" y="114347"/>
                    <a:pt x="1325824" y="113741"/>
                    <a:pt x="1318822" y="113125"/>
                  </a:cubicBezTo>
                  <a:lnTo>
                    <a:pt x="1291302" y="110582"/>
                  </a:lnTo>
                  <a:lnTo>
                    <a:pt x="1260417" y="107156"/>
                  </a:lnTo>
                  <a:lnTo>
                    <a:pt x="1245295" y="105070"/>
                  </a:lnTo>
                  <a:lnTo>
                    <a:pt x="1230855" y="102658"/>
                  </a:lnTo>
                  <a:lnTo>
                    <a:pt x="1217377" y="99834"/>
                  </a:lnTo>
                  <a:lnTo>
                    <a:pt x="1204675" y="96331"/>
                  </a:lnTo>
                  <a:lnTo>
                    <a:pt x="1193451" y="91934"/>
                  </a:lnTo>
                  <a:lnTo>
                    <a:pt x="1188460" y="89181"/>
                  </a:lnTo>
                  <a:lnTo>
                    <a:pt x="1184536" y="86275"/>
                  </a:lnTo>
                  <a:cubicBezTo>
                    <a:pt x="1186866" y="88318"/>
                    <a:pt x="1189861" y="90198"/>
                    <a:pt x="1193451" y="91934"/>
                  </a:cubicBezTo>
                  <a:cubicBezTo>
                    <a:pt x="1196718" y="93513"/>
                    <a:pt x="1200478" y="94974"/>
                    <a:pt x="1204675" y="96331"/>
                  </a:cubicBezTo>
                  <a:cubicBezTo>
                    <a:pt x="1208550" y="97582"/>
                    <a:pt x="1212800" y="98747"/>
                    <a:pt x="1217377" y="99834"/>
                  </a:cubicBezTo>
                  <a:cubicBezTo>
                    <a:pt x="1221599" y="100837"/>
                    <a:pt x="1226104" y="101775"/>
                    <a:pt x="1230855" y="102658"/>
                  </a:cubicBezTo>
                  <a:cubicBezTo>
                    <a:pt x="1235445" y="103510"/>
                    <a:pt x="1240272" y="104312"/>
                    <a:pt x="1245295" y="105070"/>
                  </a:cubicBezTo>
                  <a:cubicBezTo>
                    <a:pt x="1250153" y="105803"/>
                    <a:pt x="1255210" y="106497"/>
                    <a:pt x="1260417" y="107156"/>
                  </a:cubicBezTo>
                  <a:cubicBezTo>
                    <a:pt x="1270203" y="108396"/>
                    <a:pt x="1280562" y="109521"/>
                    <a:pt x="1291302" y="110582"/>
                  </a:cubicBezTo>
                  <a:cubicBezTo>
                    <a:pt x="1300241" y="111464"/>
                    <a:pt x="1309453" y="112302"/>
                    <a:pt x="1318822" y="113125"/>
                  </a:cubicBezTo>
                  <a:lnTo>
                    <a:pt x="1412785" y="121812"/>
                  </a:lnTo>
                  <a:cubicBezTo>
                    <a:pt x="1455472" y="126602"/>
                    <a:pt x="1494377" y="133123"/>
                    <a:pt x="1519448" y="144220"/>
                  </a:cubicBezTo>
                  <a:cubicBezTo>
                    <a:pt x="1582845" y="172282"/>
                    <a:pt x="1612986" y="214376"/>
                    <a:pt x="1623768" y="280474"/>
                  </a:cubicBezTo>
                  <a:lnTo>
                    <a:pt x="1623709" y="280480"/>
                  </a:lnTo>
                  <a:cubicBezTo>
                    <a:pt x="1602117" y="282060"/>
                    <a:pt x="1579929" y="284188"/>
                    <a:pt x="1558073" y="286429"/>
                  </a:cubicBezTo>
                  <a:lnTo>
                    <a:pt x="1557947" y="286440"/>
                  </a:lnTo>
                  <a:lnTo>
                    <a:pt x="1556877" y="286552"/>
                  </a:lnTo>
                  <a:cubicBezTo>
                    <a:pt x="1551403" y="287114"/>
                    <a:pt x="1545952" y="287684"/>
                    <a:pt x="1540537" y="288253"/>
                  </a:cubicBezTo>
                  <a:lnTo>
                    <a:pt x="1493584" y="293139"/>
                  </a:lnTo>
                  <a:lnTo>
                    <a:pt x="1451557" y="296889"/>
                  </a:lnTo>
                  <a:cubicBezTo>
                    <a:pt x="1450955" y="296932"/>
                    <a:pt x="1450354" y="296976"/>
                    <a:pt x="1449756" y="297019"/>
                  </a:cubicBezTo>
                  <a:lnTo>
                    <a:pt x="1408557" y="298541"/>
                  </a:lnTo>
                  <a:lnTo>
                    <a:pt x="1391768" y="297570"/>
                  </a:lnTo>
                  <a:lnTo>
                    <a:pt x="1380359" y="295476"/>
                  </a:lnTo>
                  <a:lnTo>
                    <a:pt x="1374648" y="293369"/>
                  </a:lnTo>
                  <a:lnTo>
                    <a:pt x="1371609" y="291540"/>
                  </a:lnTo>
                  <a:cubicBezTo>
                    <a:pt x="1372492" y="292202"/>
                    <a:pt x="1373506" y="292811"/>
                    <a:pt x="1374648" y="293369"/>
                  </a:cubicBezTo>
                  <a:cubicBezTo>
                    <a:pt x="1387079" y="299451"/>
                    <a:pt x="1414526" y="299535"/>
                    <a:pt x="1449756" y="297019"/>
                  </a:cubicBezTo>
                  <a:lnTo>
                    <a:pt x="1450335" y="296997"/>
                  </a:lnTo>
                  <a:lnTo>
                    <a:pt x="1451557" y="296889"/>
                  </a:lnTo>
                  <a:cubicBezTo>
                    <a:pt x="1474918" y="295175"/>
                    <a:pt x="1501600" y="292359"/>
                    <a:pt x="1529539" y="289411"/>
                  </a:cubicBezTo>
                  <a:cubicBezTo>
                    <a:pt x="1533185" y="289026"/>
                    <a:pt x="1536852" y="288640"/>
                    <a:pt x="1540537" y="288253"/>
                  </a:cubicBezTo>
                  <a:lnTo>
                    <a:pt x="1556877" y="286552"/>
                  </a:lnTo>
                  <a:cubicBezTo>
                    <a:pt x="1557276" y="286511"/>
                    <a:pt x="1557674" y="286470"/>
                    <a:pt x="1558073" y="286429"/>
                  </a:cubicBezTo>
                  <a:lnTo>
                    <a:pt x="1623709" y="280480"/>
                  </a:lnTo>
                  <a:cubicBezTo>
                    <a:pt x="1702200" y="274735"/>
                    <a:pt x="1772842" y="276228"/>
                    <a:pt x="1791221" y="305834"/>
                  </a:cubicBezTo>
                  <a:cubicBezTo>
                    <a:pt x="1839086" y="382937"/>
                    <a:pt x="1858735" y="453965"/>
                    <a:pt x="1829672" y="484073"/>
                  </a:cubicBezTo>
                  <a:cubicBezTo>
                    <a:pt x="1815124" y="499145"/>
                    <a:pt x="1794891" y="506006"/>
                    <a:pt x="1742189" y="517958"/>
                  </a:cubicBezTo>
                  <a:cubicBezTo>
                    <a:pt x="1695210" y="527763"/>
                    <a:pt x="1652973" y="535903"/>
                    <a:pt x="1614335" y="542799"/>
                  </a:cubicBezTo>
                  <a:cubicBezTo>
                    <a:pt x="1548388" y="554147"/>
                    <a:pt x="1477118" y="564736"/>
                    <a:pt x="1415385" y="572756"/>
                  </a:cubicBezTo>
                  <a:cubicBezTo>
                    <a:pt x="1390918" y="575810"/>
                    <a:pt x="1367395" y="578576"/>
                    <a:pt x="1344111" y="581314"/>
                  </a:cubicBezTo>
                  <a:lnTo>
                    <a:pt x="1342504" y="581503"/>
                  </a:lnTo>
                  <a:cubicBezTo>
                    <a:pt x="1364272" y="579153"/>
                    <a:pt x="1388954" y="576190"/>
                    <a:pt x="1415385" y="572756"/>
                  </a:cubicBezTo>
                  <a:cubicBezTo>
                    <a:pt x="1473312" y="565526"/>
                    <a:pt x="1536522" y="556686"/>
                    <a:pt x="1614335" y="542799"/>
                  </a:cubicBezTo>
                  <a:cubicBezTo>
                    <a:pt x="1661485" y="534686"/>
                    <a:pt x="1705913" y="526186"/>
                    <a:pt x="1742189" y="517958"/>
                  </a:cubicBezTo>
                  <a:cubicBezTo>
                    <a:pt x="1889965" y="506926"/>
                    <a:pt x="2039018" y="476892"/>
                    <a:pt x="2170687" y="450359"/>
                  </a:cubicBezTo>
                  <a:cubicBezTo>
                    <a:pt x="2365837" y="411036"/>
                    <a:pt x="2522801" y="379407"/>
                    <a:pt x="2580825" y="428744"/>
                  </a:cubicBezTo>
                  <a:cubicBezTo>
                    <a:pt x="2622933" y="464548"/>
                    <a:pt x="2639543" y="527997"/>
                    <a:pt x="2591893" y="580616"/>
                  </a:cubicBezTo>
                  <a:lnTo>
                    <a:pt x="2591475" y="581261"/>
                  </a:lnTo>
                  <a:cubicBezTo>
                    <a:pt x="2530236" y="623659"/>
                    <a:pt x="2093648" y="760395"/>
                    <a:pt x="1651860" y="891231"/>
                  </a:cubicBezTo>
                  <a:cubicBezTo>
                    <a:pt x="1646559" y="892801"/>
                    <a:pt x="1641257" y="894370"/>
                    <a:pt x="1635956" y="895938"/>
                  </a:cubicBezTo>
                  <a:lnTo>
                    <a:pt x="1635892" y="895957"/>
                  </a:lnTo>
                  <a:cubicBezTo>
                    <a:pt x="1634185" y="899069"/>
                    <a:pt x="1629919" y="904691"/>
                    <a:pt x="1616557" y="922301"/>
                  </a:cubicBezTo>
                  <a:cubicBezTo>
                    <a:pt x="1606863" y="935077"/>
                    <a:pt x="1592380" y="954163"/>
                    <a:pt x="1570613" y="983179"/>
                  </a:cubicBezTo>
                  <a:cubicBezTo>
                    <a:pt x="1551850" y="1008190"/>
                    <a:pt x="1524746" y="1024503"/>
                    <a:pt x="1494827" y="1042509"/>
                  </a:cubicBezTo>
                  <a:cubicBezTo>
                    <a:pt x="1462595" y="1061907"/>
                    <a:pt x="1427096" y="1083272"/>
                    <a:pt x="1395241" y="1119598"/>
                  </a:cubicBezTo>
                  <a:cubicBezTo>
                    <a:pt x="1336605" y="1186466"/>
                    <a:pt x="1309128" y="1214176"/>
                    <a:pt x="1253376" y="1217809"/>
                  </a:cubicBezTo>
                  <a:cubicBezTo>
                    <a:pt x="1197409" y="1221458"/>
                    <a:pt x="1118884" y="1206761"/>
                    <a:pt x="1041408" y="1192263"/>
                  </a:cubicBezTo>
                  <a:cubicBezTo>
                    <a:pt x="953426" y="1175797"/>
                    <a:pt x="866799" y="1159585"/>
                    <a:pt x="816094" y="1170776"/>
                  </a:cubicBezTo>
                  <a:cubicBezTo>
                    <a:pt x="720738" y="1191820"/>
                    <a:pt x="688861" y="1179259"/>
                    <a:pt x="478844" y="1044497"/>
                  </a:cubicBezTo>
                  <a:close/>
                  <a:moveTo>
                    <a:pt x="985499" y="1083477"/>
                  </a:moveTo>
                  <a:cubicBezTo>
                    <a:pt x="1048496" y="1065812"/>
                    <a:pt x="1118321" y="1046044"/>
                    <a:pt x="1192571" y="1024824"/>
                  </a:cubicBezTo>
                  <a:moveTo>
                    <a:pt x="1371609" y="291540"/>
                  </a:moveTo>
                  <a:cubicBezTo>
                    <a:pt x="1382107" y="299414"/>
                    <a:pt x="1411292" y="299766"/>
                    <a:pt x="1449756" y="297019"/>
                  </a:cubicBezTo>
                  <a:moveTo>
                    <a:pt x="1340058" y="114958"/>
                  </a:moveTo>
                  <a:cubicBezTo>
                    <a:pt x="1408112" y="120781"/>
                    <a:pt x="1480486" y="126974"/>
                    <a:pt x="1519448" y="144220"/>
                  </a:cubicBezTo>
                  <a:moveTo>
                    <a:pt x="1184536" y="86275"/>
                  </a:moveTo>
                  <a:cubicBezTo>
                    <a:pt x="1201982" y="101584"/>
                    <a:pt x="1256828" y="107679"/>
                    <a:pt x="1318822" y="113125"/>
                  </a:cubicBezTo>
                  <a:moveTo>
                    <a:pt x="1227696" y="1014771"/>
                  </a:moveTo>
                  <a:cubicBezTo>
                    <a:pt x="1356021" y="977994"/>
                    <a:pt x="1496027" y="937322"/>
                    <a:pt x="1635956" y="895938"/>
                  </a:cubicBezTo>
                  <a:lnTo>
                    <a:pt x="1651860" y="891231"/>
                  </a:lnTo>
                  <a:moveTo>
                    <a:pt x="1227696" y="1014771"/>
                  </a:moveTo>
                  <a:cubicBezTo>
                    <a:pt x="1235468" y="1016375"/>
                    <a:pt x="1253403" y="1025922"/>
                    <a:pt x="1262965" y="1051281"/>
                  </a:cubicBezTo>
                  <a:cubicBezTo>
                    <a:pt x="1272525" y="1076640"/>
                    <a:pt x="1272144" y="1098223"/>
                    <a:pt x="1270758" y="1105844"/>
                  </a:cubicBezTo>
                  <a:moveTo>
                    <a:pt x="1192571" y="1024824"/>
                  </a:moveTo>
                  <a:cubicBezTo>
                    <a:pt x="1204174" y="1021507"/>
                    <a:pt x="1215886" y="1018155"/>
                    <a:pt x="1227696" y="1014771"/>
                  </a:cubicBezTo>
                  <a:moveTo>
                    <a:pt x="1192571" y="1024824"/>
                  </a:moveTo>
                  <a:cubicBezTo>
                    <a:pt x="1192571" y="1024824"/>
                    <a:pt x="1198788" y="1030754"/>
                    <a:pt x="1203465" y="1037510"/>
                  </a:cubicBezTo>
                  <a:cubicBezTo>
                    <a:pt x="1215157" y="1054399"/>
                    <a:pt x="1227887" y="1087223"/>
                    <a:pt x="1233084" y="1101946"/>
                  </a:cubicBezTo>
                  <a:moveTo>
                    <a:pt x="1156696" y="1099867"/>
                  </a:moveTo>
                  <a:cubicBezTo>
                    <a:pt x="1162239" y="1091033"/>
                    <a:pt x="1177482" y="1050501"/>
                    <a:pt x="1169168" y="1031274"/>
                  </a:cubicBezTo>
                  <a:moveTo>
                    <a:pt x="1994375" y="519953"/>
                  </a:moveTo>
                  <a:cubicBezTo>
                    <a:pt x="2008232" y="551998"/>
                    <a:pt x="2028930" y="605955"/>
                    <a:pt x="2035425" y="651424"/>
                  </a:cubicBezTo>
                  <a:cubicBezTo>
                    <a:pt x="2039423" y="679412"/>
                    <a:pt x="2034385" y="700444"/>
                    <a:pt x="2034125" y="707286"/>
                  </a:cubicBezTo>
                  <a:moveTo>
                    <a:pt x="1981383" y="558926"/>
                  </a:moveTo>
                  <a:lnTo>
                    <a:pt x="2000869" y="630378"/>
                  </a:lnTo>
                  <a:moveTo>
                    <a:pt x="1952283" y="524109"/>
                  </a:moveTo>
                  <a:cubicBezTo>
                    <a:pt x="1951590" y="527920"/>
                    <a:pt x="1948007" y="539696"/>
                    <a:pt x="1949425" y="556067"/>
                  </a:cubicBezTo>
                  <a:cubicBezTo>
                    <a:pt x="1952282" y="589065"/>
                    <a:pt x="1968044" y="643109"/>
                    <a:pt x="1977744" y="676367"/>
                  </a:cubicBezTo>
                  <a:moveTo>
                    <a:pt x="1924481" y="563342"/>
                  </a:moveTo>
                  <a:cubicBezTo>
                    <a:pt x="1923095" y="570963"/>
                    <a:pt x="1922039" y="593014"/>
                    <a:pt x="1928898" y="620244"/>
                  </a:cubicBezTo>
                  <a:cubicBezTo>
                    <a:pt x="1935757" y="647474"/>
                    <a:pt x="1943014" y="667099"/>
                    <a:pt x="1945786" y="673508"/>
                  </a:cubicBezTo>
                  <a:moveTo>
                    <a:pt x="1280642" y="369505"/>
                  </a:moveTo>
                  <a:cubicBezTo>
                    <a:pt x="1293373" y="359025"/>
                    <a:pt x="1315459" y="340405"/>
                    <a:pt x="1324553" y="339106"/>
                  </a:cubicBezTo>
                  <a:cubicBezTo>
                    <a:pt x="1329154" y="338449"/>
                    <a:pt x="1370108" y="359200"/>
                    <a:pt x="1390028" y="368727"/>
                  </a:cubicBezTo>
                  <a:moveTo>
                    <a:pt x="1215704" y="196311"/>
                  </a:moveTo>
                  <a:cubicBezTo>
                    <a:pt x="1227485" y="187083"/>
                    <a:pt x="1226962" y="168257"/>
                    <a:pt x="1254143" y="158008"/>
                  </a:cubicBezTo>
                  <a:cubicBezTo>
                    <a:pt x="1269992" y="152032"/>
                    <a:pt x="1290631" y="177690"/>
                    <a:pt x="1305848" y="182172"/>
                  </a:cubicBezTo>
                </a:path>
              </a:pathLst>
            </a:custGeom>
            <a:noFill/>
            <a:ln w="5136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832519" y="2974523"/>
              <a:ext cx="193203" cy="158491"/>
            </a:xfrm>
            <a:custGeom>
              <a:avLst/>
              <a:gdLst/>
              <a:ahLst/>
              <a:cxnLst/>
              <a:rect l="0" t="0" r="0" b="0"/>
              <a:pathLst>
                <a:path w="193203" h="158491">
                  <a:moveTo>
                    <a:pt x="65629" y="158491"/>
                  </a:moveTo>
                  <a:lnTo>
                    <a:pt x="173456" y="133809"/>
                  </a:lnTo>
                  <a:cubicBezTo>
                    <a:pt x="181251" y="123417"/>
                    <a:pt x="193203" y="90160"/>
                    <a:pt x="181252" y="58461"/>
                  </a:cubicBezTo>
                  <a:cubicBezTo>
                    <a:pt x="169300" y="26762"/>
                    <a:pt x="145397" y="6668"/>
                    <a:pt x="135784" y="0"/>
                  </a:cubicBezTo>
                  <a:lnTo>
                    <a:pt x="16524" y="22602"/>
                  </a:lnTo>
                  <a:cubicBezTo>
                    <a:pt x="10202" y="30311"/>
                    <a:pt x="0" y="55028"/>
                    <a:pt x="9768" y="92235"/>
                  </a:cubicBezTo>
                  <a:cubicBezTo>
                    <a:pt x="19537" y="129442"/>
                    <a:pt x="51079" y="151909"/>
                    <a:pt x="65629" y="158491"/>
                  </a:cubicBezTo>
                  <a:close/>
                </a:path>
              </a:pathLst>
            </a:custGeom>
            <a:noFill/>
            <a:ln w="5136">
              <a:solidFill>
                <a:srgbClr val="E2EE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5874083" y="1960508"/>
            <a:ext cx="739463" cy="483584"/>
          </a:xfrm>
          <a:custGeom>
            <a:avLst/>
            <a:gdLst/>
            <a:ahLst/>
            <a:cxnLst/>
            <a:rect l="0" t="0" r="0" b="0"/>
            <a:pathLst>
              <a:path w="739463" h="483584">
                <a:moveTo>
                  <a:pt x="657301" y="0"/>
                </a:moveTo>
                <a:cubicBezTo>
                  <a:pt x="708679" y="42329"/>
                  <a:pt x="739454" y="96240"/>
                  <a:pt x="739463" y="154933"/>
                </a:cubicBezTo>
                <a:lnTo>
                  <a:pt x="739463" y="237096"/>
                </a:lnTo>
                <a:cubicBezTo>
                  <a:pt x="739463" y="373227"/>
                  <a:pt x="573928" y="483584"/>
                  <a:pt x="369731" y="483584"/>
                </a:cubicBezTo>
                <a:cubicBezTo>
                  <a:pt x="165534" y="483584"/>
                  <a:pt x="0" y="373227"/>
                  <a:pt x="0" y="237096"/>
                </a:cubicBezTo>
                <a:lnTo>
                  <a:pt x="0" y="154933"/>
                </a:lnTo>
                <a:cubicBezTo>
                  <a:pt x="0" y="96240"/>
                  <a:pt x="30775" y="42329"/>
                  <a:pt x="82162" y="0"/>
                </a:cubicBezTo>
                <a:lnTo>
                  <a:pt x="82162" y="161782"/>
                </a:lnTo>
                <a:cubicBezTo>
                  <a:pt x="82162" y="263880"/>
                  <a:pt x="210912" y="339804"/>
                  <a:pt x="369731" y="339804"/>
                </a:cubicBezTo>
                <a:cubicBezTo>
                  <a:pt x="528551" y="339804"/>
                  <a:pt x="657301" y="263880"/>
                  <a:pt x="657301" y="161782"/>
                </a:cubicBezTo>
                <a:lnTo>
                  <a:pt x="657301" y="0"/>
                </a:ln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74083" y="1960507"/>
            <a:ext cx="739460" cy="483588"/>
          </a:xfrm>
          <a:custGeom>
            <a:avLst/>
            <a:gdLst/>
            <a:ahLst/>
            <a:cxnLst/>
            <a:rect l="0" t="0" r="0" b="0"/>
            <a:pathLst>
              <a:path w="739460" h="483588">
                <a:moveTo>
                  <a:pt x="369730" y="401426"/>
                </a:moveTo>
                <a:cubicBezTo>
                  <a:pt x="573926" y="401426"/>
                  <a:pt x="739460" y="291070"/>
                  <a:pt x="739460" y="154939"/>
                </a:cubicBezTo>
                <a:lnTo>
                  <a:pt x="739460" y="237101"/>
                </a:lnTo>
                <a:cubicBezTo>
                  <a:pt x="739460" y="373232"/>
                  <a:pt x="573926" y="483588"/>
                  <a:pt x="369730" y="483588"/>
                </a:cubicBezTo>
                <a:cubicBezTo>
                  <a:pt x="165533" y="483588"/>
                  <a:pt x="0" y="373232"/>
                  <a:pt x="0" y="237101"/>
                </a:cubicBezTo>
                <a:lnTo>
                  <a:pt x="0" y="154939"/>
                </a:lnTo>
                <a:cubicBezTo>
                  <a:pt x="0" y="291070"/>
                  <a:pt x="165533" y="401426"/>
                  <a:pt x="369730" y="401426"/>
                </a:cubicBezTo>
                <a:close/>
                <a:moveTo>
                  <a:pt x="82162" y="132989"/>
                </a:moveTo>
                <a:lnTo>
                  <a:pt x="82162" y="50826"/>
                </a:lnTo>
                <a:lnTo>
                  <a:pt x="82162" y="45389"/>
                </a:lnTo>
                <a:lnTo>
                  <a:pt x="82162" y="43980"/>
                </a:lnTo>
                <a:lnTo>
                  <a:pt x="82162" y="0"/>
                </a:lnTo>
                <a:cubicBezTo>
                  <a:pt x="30777" y="42333"/>
                  <a:pt x="0" y="96240"/>
                  <a:pt x="0" y="154939"/>
                </a:cubicBezTo>
                <a:cubicBezTo>
                  <a:pt x="0" y="291070"/>
                  <a:pt x="165533" y="401426"/>
                  <a:pt x="369730" y="401426"/>
                </a:cubicBezTo>
                <a:cubicBezTo>
                  <a:pt x="573926" y="401426"/>
                  <a:pt x="739460" y="291070"/>
                  <a:pt x="739460" y="154939"/>
                </a:cubicBezTo>
                <a:cubicBezTo>
                  <a:pt x="739460" y="96240"/>
                  <a:pt x="708682" y="42333"/>
                  <a:pt x="657297" y="0"/>
                </a:cubicBezTo>
                <a:lnTo>
                  <a:pt x="657297" y="37133"/>
                </a:lnTo>
                <a:lnTo>
                  <a:pt x="657297" y="38542"/>
                </a:lnTo>
                <a:lnTo>
                  <a:pt x="657297" y="50826"/>
                </a:lnTo>
                <a:lnTo>
                  <a:pt x="657297" y="132989"/>
                </a:lnTo>
                <a:lnTo>
                  <a:pt x="657297" y="134398"/>
                </a:lnTo>
                <a:lnTo>
                  <a:pt x="657297" y="160376"/>
                </a:lnTo>
                <a:lnTo>
                  <a:pt x="657297" y="161786"/>
                </a:lnTo>
                <a:cubicBezTo>
                  <a:pt x="657297" y="263884"/>
                  <a:pt x="528549" y="339804"/>
                  <a:pt x="369730" y="339804"/>
                </a:cubicBezTo>
                <a:cubicBezTo>
                  <a:pt x="210910" y="339804"/>
                  <a:pt x="82162" y="263884"/>
                  <a:pt x="82162" y="161786"/>
                </a:cubicBezTo>
                <a:lnTo>
                  <a:pt x="82162" y="160376"/>
                </a:lnTo>
                <a:lnTo>
                  <a:pt x="82162" y="141245"/>
                </a:lnTo>
                <a:lnTo>
                  <a:pt x="82162" y="139836"/>
                </a:lnTo>
                <a:lnTo>
                  <a:pt x="82162" y="134398"/>
                </a:lnTo>
                <a:close/>
                <a:moveTo>
                  <a:pt x="82162" y="43980"/>
                </a:moveTo>
                <a:lnTo>
                  <a:pt x="82162" y="50826"/>
                </a:lnTo>
                <a:lnTo>
                  <a:pt x="82162" y="160376"/>
                </a:lnTo>
                <a:lnTo>
                  <a:pt x="82162" y="167223"/>
                </a:lnTo>
                <a:moveTo>
                  <a:pt x="657297" y="37133"/>
                </a:moveTo>
                <a:lnTo>
                  <a:pt x="657297" y="50826"/>
                </a:lnTo>
                <a:lnTo>
                  <a:pt x="657297" y="160376"/>
                </a:lnTo>
                <a:moveTo>
                  <a:pt x="82162" y="161786"/>
                </a:moveTo>
                <a:lnTo>
                  <a:pt x="82162" y="168633"/>
                </a:lnTo>
                <a:moveTo>
                  <a:pt x="82162" y="132989"/>
                </a:moveTo>
                <a:lnTo>
                  <a:pt x="82162" y="161786"/>
                </a:lnTo>
                <a:moveTo>
                  <a:pt x="82162" y="45389"/>
                </a:moveTo>
                <a:lnTo>
                  <a:pt x="82162" y="161786"/>
                </a:lnTo>
                <a:moveTo>
                  <a:pt x="657297" y="134398"/>
                </a:moveTo>
                <a:lnTo>
                  <a:pt x="657297" y="0"/>
                </a:lnTo>
                <a:lnTo>
                  <a:pt x="657297" y="132989"/>
                </a:lnTo>
                <a:lnTo>
                  <a:pt x="657297" y="161786"/>
                </a:lnTo>
                <a:lnTo>
                  <a:pt x="657297" y="38542"/>
                </a:lnTo>
                <a:moveTo>
                  <a:pt x="82162" y="139836"/>
                </a:moveTo>
                <a:lnTo>
                  <a:pt x="82162" y="132989"/>
                </a:lnTo>
                <a:moveTo>
                  <a:pt x="82162" y="141245"/>
                </a:moveTo>
                <a:lnTo>
                  <a:pt x="82162" y="134398"/>
                </a:lnTo>
                <a:lnTo>
                  <a:pt x="82162" y="0"/>
                </a:lnTo>
                <a:lnTo>
                  <a:pt x="82162" y="132989"/>
                </a:lnTo>
              </a:path>
            </a:pathLst>
          </a:custGeom>
          <a:noFill/>
          <a:ln w="5136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56245" y="1759408"/>
            <a:ext cx="575138" cy="540905"/>
          </a:xfrm>
          <a:custGeom>
            <a:avLst/>
            <a:gdLst/>
            <a:ahLst/>
            <a:cxnLst/>
            <a:rect l="0" t="0" r="0" b="0"/>
            <a:pathLst>
              <a:path w="575138" h="540905">
                <a:moveTo>
                  <a:pt x="0" y="362883"/>
                </a:moveTo>
                <a:cubicBezTo>
                  <a:pt x="0" y="464981"/>
                  <a:pt x="128749" y="540905"/>
                  <a:pt x="287569" y="540905"/>
                </a:cubicBezTo>
                <a:cubicBezTo>
                  <a:pt x="446389" y="540905"/>
                  <a:pt x="575138" y="464981"/>
                  <a:pt x="575138" y="362883"/>
                </a:cubicBezTo>
                <a:lnTo>
                  <a:pt x="575138" y="184861"/>
                </a:lnTo>
                <a:cubicBezTo>
                  <a:pt x="575138" y="161210"/>
                  <a:pt x="568223" y="138598"/>
                  <a:pt x="555631" y="117805"/>
                </a:cubicBezTo>
                <a:cubicBezTo>
                  <a:pt x="554640" y="116157"/>
                  <a:pt x="553602" y="114528"/>
                  <a:pt x="552535" y="112909"/>
                </a:cubicBezTo>
                <a:cubicBezTo>
                  <a:pt x="508882" y="46558"/>
                  <a:pt x="406679" y="0"/>
                  <a:pt x="287569" y="0"/>
                </a:cubicBezTo>
                <a:cubicBezTo>
                  <a:pt x="165544" y="0"/>
                  <a:pt x="61264" y="48863"/>
                  <a:pt x="19507" y="117805"/>
                </a:cubicBezTo>
                <a:cubicBezTo>
                  <a:pt x="6905" y="138598"/>
                  <a:pt x="0" y="161210"/>
                  <a:pt x="0" y="184861"/>
                </a:cubicBezTo>
                <a:lnTo>
                  <a:pt x="0" y="362883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56245" y="1759408"/>
            <a:ext cx="575135" cy="540901"/>
          </a:xfrm>
          <a:custGeom>
            <a:avLst/>
            <a:gdLst/>
            <a:ahLst/>
            <a:cxnLst/>
            <a:rect l="0" t="0" r="0" b="0"/>
            <a:pathLst>
              <a:path w="575135" h="540901">
                <a:moveTo>
                  <a:pt x="575135" y="184865"/>
                </a:moveTo>
                <a:cubicBezTo>
                  <a:pt x="575135" y="161211"/>
                  <a:pt x="568225" y="138596"/>
                  <a:pt x="555632" y="117806"/>
                </a:cubicBezTo>
                <a:cubicBezTo>
                  <a:pt x="554636" y="116161"/>
                  <a:pt x="553603" y="114528"/>
                  <a:pt x="552536" y="112907"/>
                </a:cubicBezTo>
                <a:cubicBezTo>
                  <a:pt x="508882" y="46556"/>
                  <a:pt x="406682" y="0"/>
                  <a:pt x="287567" y="0"/>
                </a:cubicBezTo>
                <a:cubicBezTo>
                  <a:pt x="165542" y="0"/>
                  <a:pt x="61268" y="48859"/>
                  <a:pt x="19503" y="117806"/>
                </a:cubicBezTo>
                <a:cubicBezTo>
                  <a:pt x="6909" y="138596"/>
                  <a:pt x="0" y="161211"/>
                  <a:pt x="0" y="184865"/>
                </a:cubicBezTo>
                <a:cubicBezTo>
                  <a:pt x="0" y="190058"/>
                  <a:pt x="333" y="195202"/>
                  <a:pt x="986" y="200287"/>
                </a:cubicBezTo>
                <a:cubicBezTo>
                  <a:pt x="1773" y="206412"/>
                  <a:pt x="3024" y="212453"/>
                  <a:pt x="4718" y="218394"/>
                </a:cubicBezTo>
                <a:cubicBezTo>
                  <a:pt x="4785" y="218629"/>
                  <a:pt x="4853" y="218864"/>
                  <a:pt x="4921" y="219099"/>
                </a:cubicBezTo>
                <a:cubicBezTo>
                  <a:pt x="29894" y="304841"/>
                  <a:pt x="146943" y="369730"/>
                  <a:pt x="287567" y="369730"/>
                </a:cubicBezTo>
                <a:cubicBezTo>
                  <a:pt x="428191" y="369730"/>
                  <a:pt x="545240" y="304841"/>
                  <a:pt x="570214" y="219099"/>
                </a:cubicBezTo>
                <a:cubicBezTo>
                  <a:pt x="570282" y="218864"/>
                  <a:pt x="570350" y="218629"/>
                  <a:pt x="570417" y="218394"/>
                </a:cubicBezTo>
                <a:cubicBezTo>
                  <a:pt x="572110" y="212453"/>
                  <a:pt x="573362" y="206412"/>
                  <a:pt x="574149" y="200287"/>
                </a:cubicBezTo>
                <a:cubicBezTo>
                  <a:pt x="574802" y="195202"/>
                  <a:pt x="575135" y="190058"/>
                  <a:pt x="575135" y="184865"/>
                </a:cubicBezTo>
                <a:close/>
                <a:moveTo>
                  <a:pt x="0" y="251923"/>
                </a:moveTo>
                <a:lnTo>
                  <a:pt x="0" y="334085"/>
                </a:lnTo>
                <a:lnTo>
                  <a:pt x="0" y="335495"/>
                </a:lnTo>
                <a:lnTo>
                  <a:pt x="0" y="340932"/>
                </a:lnTo>
                <a:lnTo>
                  <a:pt x="0" y="342342"/>
                </a:lnTo>
                <a:lnTo>
                  <a:pt x="0" y="361472"/>
                </a:lnTo>
                <a:lnTo>
                  <a:pt x="0" y="362883"/>
                </a:lnTo>
                <a:cubicBezTo>
                  <a:pt x="0" y="464981"/>
                  <a:pt x="128748" y="540901"/>
                  <a:pt x="287567" y="540901"/>
                </a:cubicBezTo>
                <a:cubicBezTo>
                  <a:pt x="446387" y="540901"/>
                  <a:pt x="575135" y="464981"/>
                  <a:pt x="575135" y="362883"/>
                </a:cubicBezTo>
                <a:lnTo>
                  <a:pt x="575135" y="361472"/>
                </a:lnTo>
                <a:lnTo>
                  <a:pt x="575135" y="334085"/>
                </a:lnTo>
                <a:lnTo>
                  <a:pt x="575135" y="251923"/>
                </a:lnTo>
                <a:lnTo>
                  <a:pt x="575135" y="184865"/>
                </a:lnTo>
                <a:cubicBezTo>
                  <a:pt x="575135" y="190058"/>
                  <a:pt x="574802" y="195202"/>
                  <a:pt x="574149" y="200287"/>
                </a:cubicBezTo>
                <a:cubicBezTo>
                  <a:pt x="573362" y="206412"/>
                  <a:pt x="572110" y="212453"/>
                  <a:pt x="570417" y="218394"/>
                </a:cubicBezTo>
                <a:cubicBezTo>
                  <a:pt x="570350" y="218629"/>
                  <a:pt x="570282" y="218864"/>
                  <a:pt x="570214" y="219099"/>
                </a:cubicBezTo>
                <a:cubicBezTo>
                  <a:pt x="545240" y="304841"/>
                  <a:pt x="428191" y="369730"/>
                  <a:pt x="287567" y="369730"/>
                </a:cubicBezTo>
                <a:cubicBezTo>
                  <a:pt x="146943" y="369730"/>
                  <a:pt x="29894" y="304841"/>
                  <a:pt x="4921" y="219099"/>
                </a:cubicBezTo>
                <a:cubicBezTo>
                  <a:pt x="4853" y="218864"/>
                  <a:pt x="4785" y="218629"/>
                  <a:pt x="4718" y="218394"/>
                </a:cubicBezTo>
                <a:cubicBezTo>
                  <a:pt x="3024" y="212453"/>
                  <a:pt x="1773" y="206412"/>
                  <a:pt x="986" y="200287"/>
                </a:cubicBezTo>
                <a:cubicBezTo>
                  <a:pt x="333" y="195202"/>
                  <a:pt x="0" y="190058"/>
                  <a:pt x="0" y="184865"/>
                </a:cubicBezTo>
                <a:close/>
                <a:moveTo>
                  <a:pt x="575135" y="251923"/>
                </a:moveTo>
                <a:lnTo>
                  <a:pt x="575135" y="361472"/>
                </a:lnTo>
                <a:moveTo>
                  <a:pt x="0" y="368319"/>
                </a:moveTo>
                <a:lnTo>
                  <a:pt x="0" y="361472"/>
                </a:lnTo>
                <a:lnTo>
                  <a:pt x="0" y="251923"/>
                </a:lnTo>
                <a:moveTo>
                  <a:pt x="0" y="369730"/>
                </a:moveTo>
                <a:lnTo>
                  <a:pt x="0" y="362883"/>
                </a:lnTo>
                <a:moveTo>
                  <a:pt x="0" y="340932"/>
                </a:moveTo>
                <a:lnTo>
                  <a:pt x="0" y="334085"/>
                </a:lnTo>
                <a:lnTo>
                  <a:pt x="0" y="362883"/>
                </a:lnTo>
                <a:moveTo>
                  <a:pt x="287567" y="0"/>
                </a:moveTo>
                <a:cubicBezTo>
                  <a:pt x="128748" y="0"/>
                  <a:pt x="0" y="82766"/>
                  <a:pt x="0" y="184865"/>
                </a:cubicBezTo>
                <a:lnTo>
                  <a:pt x="0" y="362883"/>
                </a:lnTo>
                <a:moveTo>
                  <a:pt x="575135" y="334085"/>
                </a:moveTo>
                <a:lnTo>
                  <a:pt x="575135" y="362883"/>
                </a:lnTo>
                <a:lnTo>
                  <a:pt x="575135" y="184865"/>
                </a:lnTo>
                <a:cubicBezTo>
                  <a:pt x="575135" y="159340"/>
                  <a:pt x="567088" y="135024"/>
                  <a:pt x="552536" y="112907"/>
                </a:cubicBezTo>
                <a:moveTo>
                  <a:pt x="0" y="342342"/>
                </a:moveTo>
                <a:lnTo>
                  <a:pt x="0" y="335495"/>
                </a:lnTo>
              </a:path>
            </a:pathLst>
          </a:custGeom>
          <a:noFill/>
          <a:ln w="5136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4894" y="2893051"/>
            <a:ext cx="739463" cy="483584"/>
          </a:xfrm>
          <a:custGeom>
            <a:avLst/>
            <a:gdLst/>
            <a:ahLst/>
            <a:cxnLst/>
            <a:rect l="0" t="0" r="0" b="0"/>
            <a:pathLst>
              <a:path w="739463" h="483584">
                <a:moveTo>
                  <a:pt x="657301" y="0"/>
                </a:moveTo>
                <a:cubicBezTo>
                  <a:pt x="708679" y="42329"/>
                  <a:pt x="739454" y="96240"/>
                  <a:pt x="739463" y="154933"/>
                </a:cubicBezTo>
                <a:lnTo>
                  <a:pt x="739463" y="237096"/>
                </a:lnTo>
                <a:cubicBezTo>
                  <a:pt x="739463" y="373227"/>
                  <a:pt x="573928" y="483584"/>
                  <a:pt x="369731" y="483584"/>
                </a:cubicBezTo>
                <a:cubicBezTo>
                  <a:pt x="165534" y="483584"/>
                  <a:pt x="0" y="373227"/>
                  <a:pt x="0" y="237096"/>
                </a:cubicBezTo>
                <a:lnTo>
                  <a:pt x="0" y="154933"/>
                </a:lnTo>
                <a:cubicBezTo>
                  <a:pt x="0" y="96240"/>
                  <a:pt x="30775" y="42329"/>
                  <a:pt x="82162" y="0"/>
                </a:cubicBezTo>
                <a:lnTo>
                  <a:pt x="82162" y="161782"/>
                </a:lnTo>
                <a:cubicBezTo>
                  <a:pt x="82162" y="263880"/>
                  <a:pt x="210912" y="339804"/>
                  <a:pt x="369731" y="339804"/>
                </a:cubicBezTo>
                <a:cubicBezTo>
                  <a:pt x="528551" y="339804"/>
                  <a:pt x="657301" y="263880"/>
                  <a:pt x="657301" y="161782"/>
                </a:cubicBezTo>
                <a:lnTo>
                  <a:pt x="657301" y="0"/>
                </a:ln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4894" y="2893050"/>
            <a:ext cx="739460" cy="483588"/>
          </a:xfrm>
          <a:custGeom>
            <a:avLst/>
            <a:gdLst/>
            <a:ahLst/>
            <a:cxnLst/>
            <a:rect l="0" t="0" r="0" b="0"/>
            <a:pathLst>
              <a:path w="739460" h="483588">
                <a:moveTo>
                  <a:pt x="369730" y="401426"/>
                </a:moveTo>
                <a:cubicBezTo>
                  <a:pt x="573926" y="401426"/>
                  <a:pt x="739460" y="291070"/>
                  <a:pt x="739460" y="154939"/>
                </a:cubicBezTo>
                <a:lnTo>
                  <a:pt x="739460" y="237101"/>
                </a:lnTo>
                <a:cubicBezTo>
                  <a:pt x="739460" y="373232"/>
                  <a:pt x="573926" y="483588"/>
                  <a:pt x="369730" y="483588"/>
                </a:cubicBezTo>
                <a:cubicBezTo>
                  <a:pt x="165533" y="483588"/>
                  <a:pt x="0" y="373232"/>
                  <a:pt x="0" y="237101"/>
                </a:cubicBezTo>
                <a:lnTo>
                  <a:pt x="0" y="154939"/>
                </a:lnTo>
                <a:cubicBezTo>
                  <a:pt x="0" y="291070"/>
                  <a:pt x="165533" y="401426"/>
                  <a:pt x="369730" y="401426"/>
                </a:cubicBezTo>
                <a:close/>
                <a:moveTo>
                  <a:pt x="82162" y="132989"/>
                </a:moveTo>
                <a:lnTo>
                  <a:pt x="82162" y="50826"/>
                </a:lnTo>
                <a:lnTo>
                  <a:pt x="82162" y="45389"/>
                </a:lnTo>
                <a:lnTo>
                  <a:pt x="82162" y="43980"/>
                </a:lnTo>
                <a:lnTo>
                  <a:pt x="82162" y="0"/>
                </a:lnTo>
                <a:cubicBezTo>
                  <a:pt x="30777" y="42333"/>
                  <a:pt x="0" y="96240"/>
                  <a:pt x="0" y="154939"/>
                </a:cubicBezTo>
                <a:cubicBezTo>
                  <a:pt x="0" y="291070"/>
                  <a:pt x="165533" y="401426"/>
                  <a:pt x="369730" y="401426"/>
                </a:cubicBezTo>
                <a:cubicBezTo>
                  <a:pt x="573926" y="401426"/>
                  <a:pt x="739460" y="291070"/>
                  <a:pt x="739460" y="154939"/>
                </a:cubicBezTo>
                <a:cubicBezTo>
                  <a:pt x="739460" y="96240"/>
                  <a:pt x="708682" y="42333"/>
                  <a:pt x="657297" y="0"/>
                </a:cubicBezTo>
                <a:lnTo>
                  <a:pt x="657297" y="37133"/>
                </a:lnTo>
                <a:lnTo>
                  <a:pt x="657297" y="38542"/>
                </a:lnTo>
                <a:lnTo>
                  <a:pt x="657297" y="50826"/>
                </a:lnTo>
                <a:lnTo>
                  <a:pt x="657297" y="132989"/>
                </a:lnTo>
                <a:lnTo>
                  <a:pt x="657297" y="134398"/>
                </a:lnTo>
                <a:lnTo>
                  <a:pt x="657297" y="160376"/>
                </a:lnTo>
                <a:lnTo>
                  <a:pt x="657297" y="161786"/>
                </a:lnTo>
                <a:cubicBezTo>
                  <a:pt x="657297" y="263884"/>
                  <a:pt x="528549" y="339804"/>
                  <a:pt x="369730" y="339804"/>
                </a:cubicBezTo>
                <a:cubicBezTo>
                  <a:pt x="210910" y="339804"/>
                  <a:pt x="82162" y="263884"/>
                  <a:pt x="82162" y="161786"/>
                </a:cubicBezTo>
                <a:lnTo>
                  <a:pt x="82162" y="160376"/>
                </a:lnTo>
                <a:lnTo>
                  <a:pt x="82162" y="141245"/>
                </a:lnTo>
                <a:lnTo>
                  <a:pt x="82162" y="139836"/>
                </a:lnTo>
                <a:lnTo>
                  <a:pt x="82162" y="134398"/>
                </a:lnTo>
                <a:close/>
                <a:moveTo>
                  <a:pt x="82162" y="43980"/>
                </a:moveTo>
                <a:lnTo>
                  <a:pt x="82162" y="50826"/>
                </a:lnTo>
                <a:lnTo>
                  <a:pt x="82162" y="160376"/>
                </a:lnTo>
                <a:lnTo>
                  <a:pt x="82162" y="167223"/>
                </a:lnTo>
                <a:moveTo>
                  <a:pt x="657297" y="37133"/>
                </a:moveTo>
                <a:lnTo>
                  <a:pt x="657297" y="50826"/>
                </a:lnTo>
                <a:lnTo>
                  <a:pt x="657297" y="160376"/>
                </a:lnTo>
                <a:moveTo>
                  <a:pt x="82162" y="161786"/>
                </a:moveTo>
                <a:lnTo>
                  <a:pt x="82162" y="168633"/>
                </a:lnTo>
                <a:moveTo>
                  <a:pt x="82162" y="132989"/>
                </a:moveTo>
                <a:lnTo>
                  <a:pt x="82162" y="161786"/>
                </a:lnTo>
                <a:moveTo>
                  <a:pt x="82162" y="45389"/>
                </a:moveTo>
                <a:lnTo>
                  <a:pt x="82162" y="161786"/>
                </a:lnTo>
                <a:moveTo>
                  <a:pt x="657297" y="134398"/>
                </a:moveTo>
                <a:lnTo>
                  <a:pt x="657297" y="0"/>
                </a:lnTo>
                <a:lnTo>
                  <a:pt x="657297" y="132989"/>
                </a:lnTo>
                <a:lnTo>
                  <a:pt x="657297" y="161786"/>
                </a:lnTo>
                <a:lnTo>
                  <a:pt x="657297" y="38542"/>
                </a:lnTo>
                <a:moveTo>
                  <a:pt x="82162" y="139836"/>
                </a:moveTo>
                <a:lnTo>
                  <a:pt x="82162" y="132989"/>
                </a:lnTo>
                <a:moveTo>
                  <a:pt x="82162" y="141245"/>
                </a:moveTo>
                <a:lnTo>
                  <a:pt x="82162" y="134398"/>
                </a:lnTo>
                <a:lnTo>
                  <a:pt x="82162" y="0"/>
                </a:lnTo>
                <a:lnTo>
                  <a:pt x="82162" y="132989"/>
                </a:lnTo>
              </a:path>
            </a:pathLst>
          </a:custGeom>
          <a:noFill/>
          <a:ln w="5136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7056" y="2691951"/>
            <a:ext cx="575138" cy="540905"/>
          </a:xfrm>
          <a:custGeom>
            <a:avLst/>
            <a:gdLst/>
            <a:ahLst/>
            <a:cxnLst/>
            <a:rect l="0" t="0" r="0" b="0"/>
            <a:pathLst>
              <a:path w="575138" h="540905">
                <a:moveTo>
                  <a:pt x="0" y="362883"/>
                </a:moveTo>
                <a:cubicBezTo>
                  <a:pt x="0" y="464981"/>
                  <a:pt x="128749" y="540905"/>
                  <a:pt x="287569" y="540905"/>
                </a:cubicBezTo>
                <a:cubicBezTo>
                  <a:pt x="446389" y="540905"/>
                  <a:pt x="575138" y="464981"/>
                  <a:pt x="575138" y="362883"/>
                </a:cubicBezTo>
                <a:lnTo>
                  <a:pt x="575138" y="184861"/>
                </a:lnTo>
                <a:cubicBezTo>
                  <a:pt x="575138" y="161210"/>
                  <a:pt x="568223" y="138598"/>
                  <a:pt x="555631" y="117805"/>
                </a:cubicBezTo>
                <a:cubicBezTo>
                  <a:pt x="554640" y="116157"/>
                  <a:pt x="553602" y="114528"/>
                  <a:pt x="552535" y="112909"/>
                </a:cubicBezTo>
                <a:cubicBezTo>
                  <a:pt x="508882" y="46558"/>
                  <a:pt x="406679" y="0"/>
                  <a:pt x="287569" y="0"/>
                </a:cubicBezTo>
                <a:cubicBezTo>
                  <a:pt x="165544" y="0"/>
                  <a:pt x="61264" y="48863"/>
                  <a:pt x="19507" y="117805"/>
                </a:cubicBezTo>
                <a:cubicBezTo>
                  <a:pt x="6905" y="138598"/>
                  <a:pt x="0" y="161210"/>
                  <a:pt x="0" y="184861"/>
                </a:cubicBezTo>
                <a:lnTo>
                  <a:pt x="0" y="362883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7056" y="2691951"/>
            <a:ext cx="575135" cy="540901"/>
          </a:xfrm>
          <a:custGeom>
            <a:avLst/>
            <a:gdLst/>
            <a:ahLst/>
            <a:cxnLst/>
            <a:rect l="0" t="0" r="0" b="0"/>
            <a:pathLst>
              <a:path w="575135" h="540901">
                <a:moveTo>
                  <a:pt x="575135" y="184865"/>
                </a:moveTo>
                <a:cubicBezTo>
                  <a:pt x="575135" y="161211"/>
                  <a:pt x="568225" y="138596"/>
                  <a:pt x="555632" y="117806"/>
                </a:cubicBezTo>
                <a:cubicBezTo>
                  <a:pt x="554636" y="116161"/>
                  <a:pt x="553603" y="114528"/>
                  <a:pt x="552536" y="112907"/>
                </a:cubicBezTo>
                <a:cubicBezTo>
                  <a:pt x="508882" y="46556"/>
                  <a:pt x="406682" y="0"/>
                  <a:pt x="287567" y="0"/>
                </a:cubicBezTo>
                <a:cubicBezTo>
                  <a:pt x="165542" y="0"/>
                  <a:pt x="61268" y="48859"/>
                  <a:pt x="19503" y="117806"/>
                </a:cubicBezTo>
                <a:cubicBezTo>
                  <a:pt x="6909" y="138596"/>
                  <a:pt x="0" y="161211"/>
                  <a:pt x="0" y="184865"/>
                </a:cubicBezTo>
                <a:cubicBezTo>
                  <a:pt x="0" y="190058"/>
                  <a:pt x="333" y="195202"/>
                  <a:pt x="986" y="200287"/>
                </a:cubicBezTo>
                <a:cubicBezTo>
                  <a:pt x="1773" y="206412"/>
                  <a:pt x="3024" y="212453"/>
                  <a:pt x="4718" y="218394"/>
                </a:cubicBezTo>
                <a:cubicBezTo>
                  <a:pt x="4785" y="218629"/>
                  <a:pt x="4853" y="218864"/>
                  <a:pt x="4921" y="219099"/>
                </a:cubicBezTo>
                <a:cubicBezTo>
                  <a:pt x="29894" y="304841"/>
                  <a:pt x="146943" y="369730"/>
                  <a:pt x="287567" y="369730"/>
                </a:cubicBezTo>
                <a:cubicBezTo>
                  <a:pt x="428191" y="369730"/>
                  <a:pt x="545240" y="304841"/>
                  <a:pt x="570214" y="219099"/>
                </a:cubicBezTo>
                <a:cubicBezTo>
                  <a:pt x="570282" y="218864"/>
                  <a:pt x="570350" y="218629"/>
                  <a:pt x="570417" y="218394"/>
                </a:cubicBezTo>
                <a:cubicBezTo>
                  <a:pt x="572110" y="212453"/>
                  <a:pt x="573362" y="206412"/>
                  <a:pt x="574149" y="200287"/>
                </a:cubicBezTo>
                <a:cubicBezTo>
                  <a:pt x="574802" y="195202"/>
                  <a:pt x="575135" y="190058"/>
                  <a:pt x="575135" y="184865"/>
                </a:cubicBezTo>
                <a:close/>
                <a:moveTo>
                  <a:pt x="0" y="251923"/>
                </a:moveTo>
                <a:lnTo>
                  <a:pt x="0" y="334085"/>
                </a:lnTo>
                <a:lnTo>
                  <a:pt x="0" y="335495"/>
                </a:lnTo>
                <a:lnTo>
                  <a:pt x="0" y="340932"/>
                </a:lnTo>
                <a:lnTo>
                  <a:pt x="0" y="342342"/>
                </a:lnTo>
                <a:lnTo>
                  <a:pt x="0" y="361472"/>
                </a:lnTo>
                <a:lnTo>
                  <a:pt x="0" y="362883"/>
                </a:lnTo>
                <a:cubicBezTo>
                  <a:pt x="0" y="464981"/>
                  <a:pt x="128748" y="540901"/>
                  <a:pt x="287567" y="540901"/>
                </a:cubicBezTo>
                <a:cubicBezTo>
                  <a:pt x="446387" y="540901"/>
                  <a:pt x="575135" y="464981"/>
                  <a:pt x="575135" y="362883"/>
                </a:cubicBezTo>
                <a:lnTo>
                  <a:pt x="575135" y="361472"/>
                </a:lnTo>
                <a:lnTo>
                  <a:pt x="575135" y="334085"/>
                </a:lnTo>
                <a:lnTo>
                  <a:pt x="575135" y="251923"/>
                </a:lnTo>
                <a:lnTo>
                  <a:pt x="575135" y="184865"/>
                </a:lnTo>
                <a:cubicBezTo>
                  <a:pt x="575135" y="190058"/>
                  <a:pt x="574802" y="195202"/>
                  <a:pt x="574149" y="200287"/>
                </a:cubicBezTo>
                <a:cubicBezTo>
                  <a:pt x="573362" y="206412"/>
                  <a:pt x="572110" y="212453"/>
                  <a:pt x="570417" y="218394"/>
                </a:cubicBezTo>
                <a:cubicBezTo>
                  <a:pt x="570350" y="218629"/>
                  <a:pt x="570282" y="218864"/>
                  <a:pt x="570214" y="219099"/>
                </a:cubicBezTo>
                <a:cubicBezTo>
                  <a:pt x="545240" y="304841"/>
                  <a:pt x="428191" y="369730"/>
                  <a:pt x="287567" y="369730"/>
                </a:cubicBezTo>
                <a:cubicBezTo>
                  <a:pt x="146943" y="369730"/>
                  <a:pt x="29894" y="304841"/>
                  <a:pt x="4921" y="219099"/>
                </a:cubicBezTo>
                <a:cubicBezTo>
                  <a:pt x="4853" y="218864"/>
                  <a:pt x="4785" y="218629"/>
                  <a:pt x="4718" y="218394"/>
                </a:cubicBezTo>
                <a:cubicBezTo>
                  <a:pt x="3024" y="212453"/>
                  <a:pt x="1773" y="206412"/>
                  <a:pt x="986" y="200287"/>
                </a:cubicBezTo>
                <a:cubicBezTo>
                  <a:pt x="333" y="195202"/>
                  <a:pt x="0" y="190058"/>
                  <a:pt x="0" y="184865"/>
                </a:cubicBezTo>
                <a:close/>
                <a:moveTo>
                  <a:pt x="575135" y="251923"/>
                </a:moveTo>
                <a:lnTo>
                  <a:pt x="575135" y="361472"/>
                </a:lnTo>
                <a:moveTo>
                  <a:pt x="0" y="368319"/>
                </a:moveTo>
                <a:lnTo>
                  <a:pt x="0" y="361472"/>
                </a:lnTo>
                <a:lnTo>
                  <a:pt x="0" y="251923"/>
                </a:lnTo>
                <a:moveTo>
                  <a:pt x="0" y="369730"/>
                </a:moveTo>
                <a:lnTo>
                  <a:pt x="0" y="362883"/>
                </a:lnTo>
                <a:moveTo>
                  <a:pt x="0" y="340932"/>
                </a:moveTo>
                <a:lnTo>
                  <a:pt x="0" y="334085"/>
                </a:lnTo>
                <a:lnTo>
                  <a:pt x="0" y="362883"/>
                </a:lnTo>
                <a:moveTo>
                  <a:pt x="287567" y="0"/>
                </a:moveTo>
                <a:cubicBezTo>
                  <a:pt x="128748" y="0"/>
                  <a:pt x="0" y="82766"/>
                  <a:pt x="0" y="184865"/>
                </a:cubicBezTo>
                <a:lnTo>
                  <a:pt x="0" y="362883"/>
                </a:lnTo>
                <a:moveTo>
                  <a:pt x="575135" y="334085"/>
                </a:moveTo>
                <a:lnTo>
                  <a:pt x="575135" y="362883"/>
                </a:lnTo>
                <a:lnTo>
                  <a:pt x="575135" y="184865"/>
                </a:lnTo>
                <a:cubicBezTo>
                  <a:pt x="575135" y="159340"/>
                  <a:pt x="567088" y="135024"/>
                  <a:pt x="552536" y="112907"/>
                </a:cubicBezTo>
                <a:moveTo>
                  <a:pt x="0" y="342342"/>
                </a:moveTo>
                <a:lnTo>
                  <a:pt x="0" y="335495"/>
                </a:lnTo>
              </a:path>
            </a:pathLst>
          </a:custGeom>
          <a:noFill/>
          <a:ln w="5136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74083" y="3948833"/>
            <a:ext cx="739463" cy="483584"/>
          </a:xfrm>
          <a:custGeom>
            <a:avLst/>
            <a:gdLst/>
            <a:ahLst/>
            <a:cxnLst/>
            <a:rect l="0" t="0" r="0" b="0"/>
            <a:pathLst>
              <a:path w="739463" h="483584">
                <a:moveTo>
                  <a:pt x="657301" y="0"/>
                </a:moveTo>
                <a:cubicBezTo>
                  <a:pt x="708679" y="42329"/>
                  <a:pt x="739454" y="96240"/>
                  <a:pt x="739463" y="154933"/>
                </a:cubicBezTo>
                <a:lnTo>
                  <a:pt x="739463" y="237096"/>
                </a:lnTo>
                <a:cubicBezTo>
                  <a:pt x="739463" y="373227"/>
                  <a:pt x="573928" y="483584"/>
                  <a:pt x="369731" y="483584"/>
                </a:cubicBezTo>
                <a:cubicBezTo>
                  <a:pt x="165534" y="483584"/>
                  <a:pt x="0" y="373227"/>
                  <a:pt x="0" y="237096"/>
                </a:cubicBezTo>
                <a:lnTo>
                  <a:pt x="0" y="154933"/>
                </a:lnTo>
                <a:cubicBezTo>
                  <a:pt x="0" y="96240"/>
                  <a:pt x="30775" y="42329"/>
                  <a:pt x="82162" y="0"/>
                </a:cubicBezTo>
                <a:lnTo>
                  <a:pt x="82162" y="161782"/>
                </a:lnTo>
                <a:cubicBezTo>
                  <a:pt x="82162" y="263880"/>
                  <a:pt x="210912" y="339804"/>
                  <a:pt x="369731" y="339804"/>
                </a:cubicBezTo>
                <a:cubicBezTo>
                  <a:pt x="528551" y="339804"/>
                  <a:pt x="657301" y="263880"/>
                  <a:pt x="657301" y="161782"/>
                </a:cubicBezTo>
                <a:lnTo>
                  <a:pt x="657301" y="0"/>
                </a:ln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74083" y="3948832"/>
            <a:ext cx="739460" cy="483588"/>
          </a:xfrm>
          <a:custGeom>
            <a:avLst/>
            <a:gdLst/>
            <a:ahLst/>
            <a:cxnLst/>
            <a:rect l="0" t="0" r="0" b="0"/>
            <a:pathLst>
              <a:path w="739460" h="483588">
                <a:moveTo>
                  <a:pt x="369730" y="401426"/>
                </a:moveTo>
                <a:cubicBezTo>
                  <a:pt x="573926" y="401426"/>
                  <a:pt x="739460" y="291070"/>
                  <a:pt x="739460" y="154939"/>
                </a:cubicBezTo>
                <a:lnTo>
                  <a:pt x="739460" y="237101"/>
                </a:lnTo>
                <a:cubicBezTo>
                  <a:pt x="739460" y="373232"/>
                  <a:pt x="573926" y="483588"/>
                  <a:pt x="369730" y="483588"/>
                </a:cubicBezTo>
                <a:cubicBezTo>
                  <a:pt x="165533" y="483588"/>
                  <a:pt x="0" y="373232"/>
                  <a:pt x="0" y="237101"/>
                </a:cubicBezTo>
                <a:lnTo>
                  <a:pt x="0" y="154939"/>
                </a:lnTo>
                <a:cubicBezTo>
                  <a:pt x="0" y="291070"/>
                  <a:pt x="165533" y="401426"/>
                  <a:pt x="369730" y="401426"/>
                </a:cubicBezTo>
                <a:close/>
                <a:moveTo>
                  <a:pt x="82162" y="132989"/>
                </a:moveTo>
                <a:lnTo>
                  <a:pt x="82162" y="50826"/>
                </a:lnTo>
                <a:lnTo>
                  <a:pt x="82162" y="45389"/>
                </a:lnTo>
                <a:lnTo>
                  <a:pt x="82162" y="43980"/>
                </a:lnTo>
                <a:lnTo>
                  <a:pt x="82162" y="0"/>
                </a:lnTo>
                <a:cubicBezTo>
                  <a:pt x="30777" y="42333"/>
                  <a:pt x="0" y="96240"/>
                  <a:pt x="0" y="154939"/>
                </a:cubicBezTo>
                <a:cubicBezTo>
                  <a:pt x="0" y="291070"/>
                  <a:pt x="165533" y="401426"/>
                  <a:pt x="369730" y="401426"/>
                </a:cubicBezTo>
                <a:cubicBezTo>
                  <a:pt x="573926" y="401426"/>
                  <a:pt x="739460" y="291070"/>
                  <a:pt x="739460" y="154939"/>
                </a:cubicBezTo>
                <a:cubicBezTo>
                  <a:pt x="739460" y="96240"/>
                  <a:pt x="708682" y="42333"/>
                  <a:pt x="657297" y="0"/>
                </a:cubicBezTo>
                <a:lnTo>
                  <a:pt x="657297" y="37133"/>
                </a:lnTo>
                <a:lnTo>
                  <a:pt x="657297" y="38542"/>
                </a:lnTo>
                <a:lnTo>
                  <a:pt x="657297" y="50826"/>
                </a:lnTo>
                <a:lnTo>
                  <a:pt x="657297" y="132989"/>
                </a:lnTo>
                <a:lnTo>
                  <a:pt x="657297" y="134398"/>
                </a:lnTo>
                <a:lnTo>
                  <a:pt x="657297" y="160376"/>
                </a:lnTo>
                <a:lnTo>
                  <a:pt x="657297" y="161786"/>
                </a:lnTo>
                <a:cubicBezTo>
                  <a:pt x="657297" y="263884"/>
                  <a:pt x="528549" y="339804"/>
                  <a:pt x="369730" y="339804"/>
                </a:cubicBezTo>
                <a:cubicBezTo>
                  <a:pt x="210910" y="339804"/>
                  <a:pt x="82162" y="263884"/>
                  <a:pt x="82162" y="161786"/>
                </a:cubicBezTo>
                <a:lnTo>
                  <a:pt x="82162" y="160376"/>
                </a:lnTo>
                <a:lnTo>
                  <a:pt x="82162" y="141245"/>
                </a:lnTo>
                <a:lnTo>
                  <a:pt x="82162" y="139836"/>
                </a:lnTo>
                <a:lnTo>
                  <a:pt x="82162" y="134398"/>
                </a:lnTo>
                <a:close/>
                <a:moveTo>
                  <a:pt x="82162" y="43980"/>
                </a:moveTo>
                <a:lnTo>
                  <a:pt x="82162" y="50826"/>
                </a:lnTo>
                <a:lnTo>
                  <a:pt x="82162" y="160376"/>
                </a:lnTo>
                <a:lnTo>
                  <a:pt x="82162" y="167223"/>
                </a:lnTo>
                <a:moveTo>
                  <a:pt x="657297" y="37133"/>
                </a:moveTo>
                <a:lnTo>
                  <a:pt x="657297" y="50826"/>
                </a:lnTo>
                <a:lnTo>
                  <a:pt x="657297" y="160376"/>
                </a:lnTo>
                <a:moveTo>
                  <a:pt x="82162" y="161786"/>
                </a:moveTo>
                <a:lnTo>
                  <a:pt x="82162" y="168633"/>
                </a:lnTo>
                <a:moveTo>
                  <a:pt x="82162" y="132989"/>
                </a:moveTo>
                <a:lnTo>
                  <a:pt x="82162" y="161786"/>
                </a:lnTo>
                <a:moveTo>
                  <a:pt x="82162" y="45389"/>
                </a:moveTo>
                <a:lnTo>
                  <a:pt x="82162" y="161786"/>
                </a:lnTo>
                <a:moveTo>
                  <a:pt x="657297" y="134398"/>
                </a:moveTo>
                <a:lnTo>
                  <a:pt x="657297" y="0"/>
                </a:lnTo>
                <a:lnTo>
                  <a:pt x="657297" y="132989"/>
                </a:lnTo>
                <a:lnTo>
                  <a:pt x="657297" y="161786"/>
                </a:lnTo>
                <a:lnTo>
                  <a:pt x="657297" y="38542"/>
                </a:lnTo>
                <a:moveTo>
                  <a:pt x="82162" y="139836"/>
                </a:moveTo>
                <a:lnTo>
                  <a:pt x="82162" y="132989"/>
                </a:lnTo>
                <a:moveTo>
                  <a:pt x="82162" y="141245"/>
                </a:moveTo>
                <a:lnTo>
                  <a:pt x="82162" y="134398"/>
                </a:lnTo>
                <a:lnTo>
                  <a:pt x="82162" y="0"/>
                </a:lnTo>
                <a:lnTo>
                  <a:pt x="82162" y="132989"/>
                </a:lnTo>
              </a:path>
            </a:pathLst>
          </a:custGeom>
          <a:noFill/>
          <a:ln w="5136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56245" y="3747734"/>
            <a:ext cx="575138" cy="540905"/>
          </a:xfrm>
          <a:custGeom>
            <a:avLst/>
            <a:gdLst/>
            <a:ahLst/>
            <a:cxnLst/>
            <a:rect l="0" t="0" r="0" b="0"/>
            <a:pathLst>
              <a:path w="575138" h="540905">
                <a:moveTo>
                  <a:pt x="0" y="362883"/>
                </a:moveTo>
                <a:cubicBezTo>
                  <a:pt x="0" y="464981"/>
                  <a:pt x="128749" y="540905"/>
                  <a:pt x="287569" y="540905"/>
                </a:cubicBezTo>
                <a:cubicBezTo>
                  <a:pt x="446389" y="540905"/>
                  <a:pt x="575138" y="464981"/>
                  <a:pt x="575138" y="362883"/>
                </a:cubicBezTo>
                <a:lnTo>
                  <a:pt x="575138" y="184861"/>
                </a:lnTo>
                <a:cubicBezTo>
                  <a:pt x="575138" y="161210"/>
                  <a:pt x="568223" y="138598"/>
                  <a:pt x="555631" y="117805"/>
                </a:cubicBezTo>
                <a:cubicBezTo>
                  <a:pt x="554640" y="116157"/>
                  <a:pt x="553602" y="114528"/>
                  <a:pt x="552535" y="112909"/>
                </a:cubicBezTo>
                <a:cubicBezTo>
                  <a:pt x="508882" y="46558"/>
                  <a:pt x="406679" y="0"/>
                  <a:pt x="287569" y="0"/>
                </a:cubicBezTo>
                <a:cubicBezTo>
                  <a:pt x="165544" y="0"/>
                  <a:pt x="61264" y="48863"/>
                  <a:pt x="19507" y="117805"/>
                </a:cubicBezTo>
                <a:cubicBezTo>
                  <a:pt x="6905" y="138598"/>
                  <a:pt x="0" y="161210"/>
                  <a:pt x="0" y="184861"/>
                </a:cubicBezTo>
                <a:lnTo>
                  <a:pt x="0" y="362883"/>
                </a:ln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6245" y="3747734"/>
            <a:ext cx="575135" cy="540901"/>
          </a:xfrm>
          <a:custGeom>
            <a:avLst/>
            <a:gdLst/>
            <a:ahLst/>
            <a:cxnLst/>
            <a:rect l="0" t="0" r="0" b="0"/>
            <a:pathLst>
              <a:path w="575135" h="540901">
                <a:moveTo>
                  <a:pt x="575135" y="184865"/>
                </a:moveTo>
                <a:cubicBezTo>
                  <a:pt x="575135" y="161211"/>
                  <a:pt x="568225" y="138596"/>
                  <a:pt x="555632" y="117806"/>
                </a:cubicBezTo>
                <a:cubicBezTo>
                  <a:pt x="554636" y="116161"/>
                  <a:pt x="553603" y="114528"/>
                  <a:pt x="552536" y="112907"/>
                </a:cubicBezTo>
                <a:cubicBezTo>
                  <a:pt x="508882" y="46556"/>
                  <a:pt x="406682" y="0"/>
                  <a:pt x="287567" y="0"/>
                </a:cubicBezTo>
                <a:cubicBezTo>
                  <a:pt x="165542" y="0"/>
                  <a:pt x="61268" y="48859"/>
                  <a:pt x="19503" y="117806"/>
                </a:cubicBezTo>
                <a:cubicBezTo>
                  <a:pt x="6909" y="138596"/>
                  <a:pt x="0" y="161211"/>
                  <a:pt x="0" y="184865"/>
                </a:cubicBezTo>
                <a:cubicBezTo>
                  <a:pt x="0" y="190058"/>
                  <a:pt x="333" y="195202"/>
                  <a:pt x="986" y="200287"/>
                </a:cubicBezTo>
                <a:cubicBezTo>
                  <a:pt x="1773" y="206412"/>
                  <a:pt x="3024" y="212453"/>
                  <a:pt x="4718" y="218394"/>
                </a:cubicBezTo>
                <a:cubicBezTo>
                  <a:pt x="4785" y="218629"/>
                  <a:pt x="4853" y="218864"/>
                  <a:pt x="4921" y="219099"/>
                </a:cubicBezTo>
                <a:cubicBezTo>
                  <a:pt x="29894" y="304841"/>
                  <a:pt x="146943" y="369730"/>
                  <a:pt x="287567" y="369730"/>
                </a:cubicBezTo>
                <a:cubicBezTo>
                  <a:pt x="428191" y="369730"/>
                  <a:pt x="545240" y="304841"/>
                  <a:pt x="570214" y="219099"/>
                </a:cubicBezTo>
                <a:cubicBezTo>
                  <a:pt x="570282" y="218864"/>
                  <a:pt x="570350" y="218629"/>
                  <a:pt x="570417" y="218394"/>
                </a:cubicBezTo>
                <a:cubicBezTo>
                  <a:pt x="572110" y="212453"/>
                  <a:pt x="573362" y="206412"/>
                  <a:pt x="574149" y="200287"/>
                </a:cubicBezTo>
                <a:cubicBezTo>
                  <a:pt x="574802" y="195202"/>
                  <a:pt x="575135" y="190058"/>
                  <a:pt x="575135" y="184865"/>
                </a:cubicBezTo>
                <a:close/>
                <a:moveTo>
                  <a:pt x="0" y="251923"/>
                </a:moveTo>
                <a:lnTo>
                  <a:pt x="0" y="334085"/>
                </a:lnTo>
                <a:lnTo>
                  <a:pt x="0" y="335495"/>
                </a:lnTo>
                <a:lnTo>
                  <a:pt x="0" y="340932"/>
                </a:lnTo>
                <a:lnTo>
                  <a:pt x="0" y="342342"/>
                </a:lnTo>
                <a:lnTo>
                  <a:pt x="0" y="361472"/>
                </a:lnTo>
                <a:lnTo>
                  <a:pt x="0" y="362883"/>
                </a:lnTo>
                <a:cubicBezTo>
                  <a:pt x="0" y="464981"/>
                  <a:pt x="128748" y="540901"/>
                  <a:pt x="287567" y="540901"/>
                </a:cubicBezTo>
                <a:cubicBezTo>
                  <a:pt x="446387" y="540901"/>
                  <a:pt x="575135" y="464981"/>
                  <a:pt x="575135" y="362883"/>
                </a:cubicBezTo>
                <a:lnTo>
                  <a:pt x="575135" y="361472"/>
                </a:lnTo>
                <a:lnTo>
                  <a:pt x="575135" y="334085"/>
                </a:lnTo>
                <a:lnTo>
                  <a:pt x="575135" y="251923"/>
                </a:lnTo>
                <a:lnTo>
                  <a:pt x="575135" y="184865"/>
                </a:lnTo>
                <a:cubicBezTo>
                  <a:pt x="575135" y="190058"/>
                  <a:pt x="574802" y="195202"/>
                  <a:pt x="574149" y="200287"/>
                </a:cubicBezTo>
                <a:cubicBezTo>
                  <a:pt x="573362" y="206412"/>
                  <a:pt x="572110" y="212453"/>
                  <a:pt x="570417" y="218394"/>
                </a:cubicBezTo>
                <a:cubicBezTo>
                  <a:pt x="570350" y="218629"/>
                  <a:pt x="570282" y="218864"/>
                  <a:pt x="570214" y="219099"/>
                </a:cubicBezTo>
                <a:cubicBezTo>
                  <a:pt x="545240" y="304841"/>
                  <a:pt x="428191" y="369730"/>
                  <a:pt x="287567" y="369730"/>
                </a:cubicBezTo>
                <a:cubicBezTo>
                  <a:pt x="146943" y="369730"/>
                  <a:pt x="29894" y="304841"/>
                  <a:pt x="4921" y="219099"/>
                </a:cubicBezTo>
                <a:cubicBezTo>
                  <a:pt x="4853" y="218864"/>
                  <a:pt x="4785" y="218629"/>
                  <a:pt x="4718" y="218394"/>
                </a:cubicBezTo>
                <a:cubicBezTo>
                  <a:pt x="3024" y="212453"/>
                  <a:pt x="1773" y="206412"/>
                  <a:pt x="986" y="200287"/>
                </a:cubicBezTo>
                <a:cubicBezTo>
                  <a:pt x="333" y="195202"/>
                  <a:pt x="0" y="190058"/>
                  <a:pt x="0" y="184865"/>
                </a:cubicBezTo>
                <a:close/>
                <a:moveTo>
                  <a:pt x="575135" y="251923"/>
                </a:moveTo>
                <a:lnTo>
                  <a:pt x="575135" y="361472"/>
                </a:lnTo>
                <a:moveTo>
                  <a:pt x="0" y="368319"/>
                </a:moveTo>
                <a:lnTo>
                  <a:pt x="0" y="361472"/>
                </a:lnTo>
                <a:lnTo>
                  <a:pt x="0" y="251923"/>
                </a:lnTo>
                <a:moveTo>
                  <a:pt x="0" y="369730"/>
                </a:moveTo>
                <a:lnTo>
                  <a:pt x="0" y="362883"/>
                </a:lnTo>
                <a:moveTo>
                  <a:pt x="0" y="340932"/>
                </a:moveTo>
                <a:lnTo>
                  <a:pt x="0" y="334085"/>
                </a:lnTo>
                <a:lnTo>
                  <a:pt x="0" y="362883"/>
                </a:lnTo>
                <a:moveTo>
                  <a:pt x="287567" y="0"/>
                </a:moveTo>
                <a:cubicBezTo>
                  <a:pt x="128748" y="0"/>
                  <a:pt x="0" y="82766"/>
                  <a:pt x="0" y="184865"/>
                </a:cubicBezTo>
                <a:lnTo>
                  <a:pt x="0" y="362883"/>
                </a:lnTo>
                <a:moveTo>
                  <a:pt x="575135" y="334085"/>
                </a:moveTo>
                <a:lnTo>
                  <a:pt x="575135" y="362883"/>
                </a:lnTo>
                <a:lnTo>
                  <a:pt x="575135" y="184865"/>
                </a:lnTo>
                <a:cubicBezTo>
                  <a:pt x="575135" y="159340"/>
                  <a:pt x="567088" y="135024"/>
                  <a:pt x="552536" y="112907"/>
                </a:cubicBezTo>
                <a:moveTo>
                  <a:pt x="0" y="342342"/>
                </a:moveTo>
                <a:lnTo>
                  <a:pt x="0" y="335495"/>
                </a:lnTo>
              </a:path>
            </a:pathLst>
          </a:custGeom>
          <a:noFill/>
          <a:ln w="5136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2" name="Group 21"/>
          <p:cNvGrpSpPr/>
          <p:nvPr/>
        </p:nvGrpSpPr>
        <p:grpSpPr>
          <a:xfrm>
            <a:off x="390525" y="371475"/>
            <a:ext cx="6008122" cy="800100"/>
            <a:chOff x="390525" y="371475"/>
            <a:chExt cx="6008122" cy="800100"/>
          </a:xfrm>
        </p:grpSpPr>
        <p:sp>
          <p:nvSpPr>
            <p:cNvPr id="20" name="TextBox 19"/>
            <p:cNvSpPr txBox="1"/>
            <p:nvPr/>
          </p:nvSpPr>
          <p:spPr>
            <a:xfrm>
              <a:off x="390525" y="371475"/>
              <a:ext cx="690934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63876"/>
                  </a:solidFill>
                  <a:latin typeface="Aboreto"/>
                </a:rPr>
                <a:t>Performance &amp; Scalability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0525" y="771525"/>
              <a:ext cx="6909340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63876"/>
                  </a:solidFill>
                  <a:latin typeface="Aboreto"/>
                </a:rPr>
                <a:t>Considerations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6803764" y="1871698"/>
            <a:ext cx="692681" cy="131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163876"/>
                </a:solidFill>
                <a:latin typeface="Aboreto"/>
              </a:rPr>
              <a:t>Simplicity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803764" y="2097615"/>
            <a:ext cx="1172889" cy="221883"/>
            <a:chOff x="6803764" y="2097615"/>
            <a:chExt cx="1172889" cy="221883"/>
          </a:xfrm>
        </p:grpSpPr>
        <p:sp>
          <p:nvSpPr>
            <p:cNvPr id="24" name="TextBox 23"/>
            <p:cNvSpPr txBox="1"/>
            <p:nvPr/>
          </p:nvSpPr>
          <p:spPr>
            <a:xfrm>
              <a:off x="6803764" y="2097615"/>
              <a:ext cx="1348822" cy="110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63876"/>
                  </a:solidFill>
                  <a:latin typeface="Noto Serif JP"/>
                </a:rPr>
                <a:t>CSV offers ease of use but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03764" y="2208581"/>
              <a:ext cx="1348822" cy="1109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63876"/>
                  </a:solidFill>
                  <a:latin typeface="Noto Serif JP"/>
                </a:rPr>
                <a:t>has race conditions.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214575" y="2742617"/>
            <a:ext cx="767857" cy="131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163876"/>
                </a:solidFill>
                <a:latin typeface="Aboreto"/>
              </a:rPr>
              <a:t>Scalability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390525" y="3100405"/>
            <a:ext cx="2357789" cy="285711"/>
            <a:chOff x="390525" y="3100405"/>
            <a:chExt cx="2357789" cy="285711"/>
          </a:xfrm>
        </p:grpSpPr>
        <p:sp>
          <p:nvSpPr>
            <p:cNvPr id="28" name="TextBox 27"/>
            <p:cNvSpPr txBox="1"/>
            <p:nvPr/>
          </p:nvSpPr>
          <p:spPr>
            <a:xfrm>
              <a:off x="390525" y="3100405"/>
              <a:ext cx="2711457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63876"/>
                  </a:solidFill>
                  <a:latin typeface="Noto Serif JP"/>
                </a:rPr>
                <a:t>Latency: Persistent HTTP connections target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0525" y="3243280"/>
              <a:ext cx="2711457" cy="1428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163876"/>
                  </a:solidFill>
                  <a:latin typeface="Noto Serif JP"/>
                </a:rPr>
                <a:t>&lt;500ms for the first AI token.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214575" y="2974675"/>
            <a:ext cx="1024651" cy="332850"/>
            <a:chOff x="7214575" y="2974675"/>
            <a:chExt cx="1024651" cy="332850"/>
          </a:xfrm>
        </p:grpSpPr>
        <p:sp>
          <p:nvSpPr>
            <p:cNvPr id="31" name="TextBox 30"/>
            <p:cNvSpPr txBox="1"/>
            <p:nvPr/>
          </p:nvSpPr>
          <p:spPr>
            <a:xfrm>
              <a:off x="7214575" y="2974675"/>
              <a:ext cx="1178348" cy="110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63876"/>
                  </a:solidFill>
                  <a:latin typeface="Noto Serif JP"/>
                </a:rPr>
                <a:t>SQLite provides better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14575" y="3085641"/>
              <a:ext cx="1178348" cy="110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63876"/>
                  </a:solidFill>
                  <a:latin typeface="Noto Serif JP"/>
                </a:rPr>
                <a:t>data management for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214575" y="3196607"/>
              <a:ext cx="1178348" cy="110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63876"/>
                  </a:solidFill>
                  <a:latin typeface="Noto Serif JP"/>
                </a:rPr>
                <a:t>future growth.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803764" y="3736780"/>
            <a:ext cx="1016508" cy="131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163876"/>
                </a:solidFill>
                <a:latin typeface="Aboreto"/>
              </a:rPr>
              <a:t>Memory Usage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6803764" y="3974974"/>
            <a:ext cx="1163955" cy="443816"/>
            <a:chOff x="6803764" y="3974974"/>
            <a:chExt cx="1163955" cy="443816"/>
          </a:xfrm>
        </p:grpSpPr>
        <p:sp>
          <p:nvSpPr>
            <p:cNvPr id="36" name="TextBox 35"/>
            <p:cNvSpPr txBox="1"/>
            <p:nvPr/>
          </p:nvSpPr>
          <p:spPr>
            <a:xfrm>
              <a:off x="6803764" y="3974974"/>
              <a:ext cx="1338548" cy="110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63876"/>
                  </a:solidFill>
                  <a:latin typeface="Noto Serif JP"/>
                </a:rPr>
                <a:t>Loading all expenses into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803764" y="4085940"/>
              <a:ext cx="1338548" cy="110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63876"/>
                  </a:solidFill>
                  <a:latin typeface="Noto Serif JP"/>
                </a:rPr>
                <a:t>memory is suitable for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03764" y="4196906"/>
              <a:ext cx="1338548" cy="110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63876"/>
                  </a:solidFill>
                  <a:latin typeface="Noto Serif JP"/>
                </a:rPr>
                <a:t>personal scale but not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803764" y="4307872"/>
              <a:ext cx="1338548" cy="110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163876"/>
                  </a:solidFill>
                  <a:latin typeface="Noto Serif JP"/>
                </a:rPr>
                <a:t>large datasets.</a:t>
              </a:r>
            </a:p>
          </p:txBody>
        </p:sp>
      </p:grpSp>
      <p:sp>
        <p:nvSpPr>
          <p:cNvPr id="41" name="Rounded Rectangle 40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59128" y="3732972"/>
            <a:ext cx="5225748" cy="1039177"/>
          </a:xfrm>
          <a:custGeom>
            <a:avLst/>
            <a:gdLst/>
            <a:ahLst/>
            <a:cxnLst/>
            <a:rect l="0" t="0" r="0" b="0"/>
            <a:pathLst>
              <a:path w="5225748" h="1039177">
                <a:moveTo>
                  <a:pt x="4769824" y="310924"/>
                </a:moveTo>
                <a:cubicBezTo>
                  <a:pt x="4632617" y="402774"/>
                  <a:pt x="4524660" y="475040"/>
                  <a:pt x="4352429" y="503491"/>
                </a:cubicBezTo>
                <a:cubicBezTo>
                  <a:pt x="4282782" y="601884"/>
                  <a:pt x="4180598" y="673379"/>
                  <a:pt x="4180598" y="673379"/>
                </a:cubicBezTo>
                <a:cubicBezTo>
                  <a:pt x="4180598" y="673379"/>
                  <a:pt x="4079138" y="602389"/>
                  <a:pt x="4009510" y="504548"/>
                </a:cubicBezTo>
                <a:cubicBezTo>
                  <a:pt x="3833421" y="476878"/>
                  <a:pt x="3724436" y="403974"/>
                  <a:pt x="3585467" y="310886"/>
                </a:cubicBezTo>
                <a:cubicBezTo>
                  <a:pt x="3397710" y="185061"/>
                  <a:pt x="3168853" y="31851"/>
                  <a:pt x="2770555" y="0"/>
                </a:cubicBezTo>
                <a:cubicBezTo>
                  <a:pt x="2702042" y="88420"/>
                  <a:pt x="2612869" y="150799"/>
                  <a:pt x="2612869" y="150799"/>
                </a:cubicBezTo>
                <a:cubicBezTo>
                  <a:pt x="2612869" y="150799"/>
                  <a:pt x="2524115" y="88706"/>
                  <a:pt x="2455659" y="619"/>
                </a:cubicBezTo>
                <a:cubicBezTo>
                  <a:pt x="2062010" y="33785"/>
                  <a:pt x="1834838" y="185861"/>
                  <a:pt x="1648110" y="310886"/>
                </a:cubicBezTo>
                <a:cubicBezTo>
                  <a:pt x="1506797" y="405479"/>
                  <a:pt x="1396555" y="479278"/>
                  <a:pt x="1215285" y="505882"/>
                </a:cubicBezTo>
                <a:cubicBezTo>
                  <a:pt x="1145676" y="603037"/>
                  <a:pt x="1045149" y="673379"/>
                  <a:pt x="1045149" y="673379"/>
                </a:cubicBezTo>
                <a:cubicBezTo>
                  <a:pt x="1045149" y="673379"/>
                  <a:pt x="941879" y="601122"/>
                  <a:pt x="872213" y="501938"/>
                </a:cubicBezTo>
                <a:cubicBezTo>
                  <a:pt x="705192" y="472468"/>
                  <a:pt x="598598" y="401107"/>
                  <a:pt x="463781" y="310800"/>
                </a:cubicBezTo>
                <a:cubicBezTo>
                  <a:pt x="339385" y="227552"/>
                  <a:pt x="197215" y="132426"/>
                  <a:pt x="0" y="68313"/>
                </a:cubicBezTo>
                <a:lnTo>
                  <a:pt x="0" y="664940"/>
                </a:lnTo>
                <a:cubicBezTo>
                  <a:pt x="28279" y="682952"/>
                  <a:pt x="56988" y="702163"/>
                  <a:pt x="87096" y="722328"/>
                </a:cubicBezTo>
                <a:cubicBezTo>
                  <a:pt x="297999" y="863536"/>
                  <a:pt x="560327" y="1039177"/>
                  <a:pt x="1055865" y="1039177"/>
                </a:cubicBezTo>
                <a:cubicBezTo>
                  <a:pt x="1551308" y="1039177"/>
                  <a:pt x="1813550" y="863593"/>
                  <a:pt x="2024386" y="722433"/>
                </a:cubicBezTo>
                <a:cubicBezTo>
                  <a:pt x="2202941" y="602894"/>
                  <a:pt x="2331843" y="516607"/>
                  <a:pt x="2616708" y="516607"/>
                </a:cubicBezTo>
                <a:cubicBezTo>
                  <a:pt x="2901591" y="516607"/>
                  <a:pt x="3030578" y="602827"/>
                  <a:pt x="3208953" y="722328"/>
                </a:cubicBezTo>
                <a:cubicBezTo>
                  <a:pt x="3419636" y="863507"/>
                  <a:pt x="3681974" y="1039177"/>
                  <a:pt x="4177550" y="1039177"/>
                </a:cubicBezTo>
                <a:cubicBezTo>
                  <a:pt x="4672993" y="1039177"/>
                  <a:pt x="4935235" y="863593"/>
                  <a:pt x="5146062" y="722433"/>
                </a:cubicBezTo>
                <a:cubicBezTo>
                  <a:pt x="5173694" y="703935"/>
                  <a:pt x="5199926" y="686371"/>
                  <a:pt x="5225748" y="669778"/>
                </a:cubicBezTo>
                <a:lnTo>
                  <a:pt x="5225748" y="70875"/>
                </a:lnTo>
                <a:cubicBezTo>
                  <a:pt x="5032524" y="134978"/>
                  <a:pt x="4892478" y="228761"/>
                  <a:pt x="4769881" y="310886"/>
                </a:cubicBezTo>
              </a:path>
            </a:pathLst>
          </a:custGeom>
          <a:solidFill>
            <a:srgbClr val="163876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59128" y="3732969"/>
            <a:ext cx="5225743" cy="1039184"/>
          </a:xfrm>
          <a:custGeom>
            <a:avLst/>
            <a:gdLst/>
            <a:ahLst/>
            <a:cxnLst/>
            <a:rect l="0" t="0" r="0" b="0"/>
            <a:pathLst>
              <a:path w="5225743" h="1039184">
                <a:moveTo>
                  <a:pt x="0" y="664834"/>
                </a:moveTo>
                <a:cubicBezTo>
                  <a:pt x="28339" y="682881"/>
                  <a:pt x="57098" y="702131"/>
                  <a:pt x="87269" y="722330"/>
                </a:cubicBezTo>
                <a:lnTo>
                  <a:pt x="87318" y="722362"/>
                </a:lnTo>
                <a:cubicBezTo>
                  <a:pt x="298168" y="863539"/>
                  <a:pt x="560499" y="1039184"/>
                  <a:pt x="1056035" y="1039184"/>
                </a:cubicBezTo>
                <a:cubicBezTo>
                  <a:pt x="1551485" y="1039184"/>
                  <a:pt x="1813723" y="863601"/>
                  <a:pt x="2024555" y="722436"/>
                </a:cubicBezTo>
                <a:lnTo>
                  <a:pt x="2024714" y="722330"/>
                </a:lnTo>
                <a:lnTo>
                  <a:pt x="2024771" y="722291"/>
                </a:lnTo>
                <a:cubicBezTo>
                  <a:pt x="2203114" y="602903"/>
                  <a:pt x="2332019" y="516610"/>
                  <a:pt x="2616878" y="516610"/>
                </a:cubicBezTo>
                <a:cubicBezTo>
                  <a:pt x="2901768" y="516610"/>
                  <a:pt x="3030757" y="602834"/>
                  <a:pt x="3209129" y="722330"/>
                </a:cubicBezTo>
                <a:cubicBezTo>
                  <a:pt x="3419813" y="863512"/>
                  <a:pt x="3682146" y="1039184"/>
                  <a:pt x="4177720" y="1039184"/>
                </a:cubicBezTo>
                <a:cubicBezTo>
                  <a:pt x="4673170" y="1039184"/>
                  <a:pt x="4935407" y="863601"/>
                  <a:pt x="5146239" y="722437"/>
                </a:cubicBezTo>
                <a:lnTo>
                  <a:pt x="5146399" y="722330"/>
                </a:lnTo>
                <a:lnTo>
                  <a:pt x="5146458" y="722291"/>
                </a:lnTo>
                <a:cubicBezTo>
                  <a:pt x="5173555" y="704150"/>
                  <a:pt x="5199512" y="686775"/>
                  <a:pt x="5225046" y="670349"/>
                </a:cubicBezTo>
                <a:moveTo>
                  <a:pt x="182433" y="455368"/>
                </a:moveTo>
                <a:lnTo>
                  <a:pt x="317713" y="544858"/>
                </a:lnTo>
                <a:moveTo>
                  <a:pt x="569666" y="686830"/>
                </a:moveTo>
                <a:lnTo>
                  <a:pt x="425345" y="612920"/>
                </a:lnTo>
                <a:moveTo>
                  <a:pt x="847782" y="763919"/>
                </a:moveTo>
                <a:lnTo>
                  <a:pt x="689461" y="729891"/>
                </a:lnTo>
                <a:moveTo>
                  <a:pt x="1134464" y="776084"/>
                </a:moveTo>
                <a:lnTo>
                  <a:pt x="974515" y="775950"/>
                </a:lnTo>
                <a:moveTo>
                  <a:pt x="1410390" y="733295"/>
                </a:moveTo>
                <a:lnTo>
                  <a:pt x="1256451" y="764971"/>
                </a:lnTo>
                <a:moveTo>
                  <a:pt x="1666809" y="624302"/>
                </a:moveTo>
                <a:lnTo>
                  <a:pt x="1525926" y="693598"/>
                </a:lnTo>
                <a:moveTo>
                  <a:pt x="1901780" y="473169"/>
                </a:moveTo>
                <a:lnTo>
                  <a:pt x="1770888" y="560109"/>
                </a:lnTo>
                <a:moveTo>
                  <a:pt x="2146734" y="339665"/>
                </a:moveTo>
                <a:lnTo>
                  <a:pt x="2005857" y="408971"/>
                </a:lnTo>
                <a:moveTo>
                  <a:pt x="2416205" y="268276"/>
                </a:moveTo>
                <a:lnTo>
                  <a:pt x="2262268" y="299959"/>
                </a:lnTo>
                <a:moveTo>
                  <a:pt x="2538192" y="257160"/>
                </a:moveTo>
                <a:lnTo>
                  <a:pt x="2695390" y="257159"/>
                </a:lnTo>
                <a:moveTo>
                  <a:pt x="2971302" y="299956"/>
                </a:moveTo>
                <a:lnTo>
                  <a:pt x="2817371" y="268275"/>
                </a:lnTo>
                <a:moveTo>
                  <a:pt x="3227698" y="408968"/>
                </a:moveTo>
                <a:lnTo>
                  <a:pt x="3086829" y="339662"/>
                </a:lnTo>
                <a:moveTo>
                  <a:pt x="3331766" y="473168"/>
                </a:moveTo>
                <a:lnTo>
                  <a:pt x="3462649" y="560110"/>
                </a:lnTo>
                <a:moveTo>
                  <a:pt x="3707595" y="693601"/>
                </a:moveTo>
                <a:lnTo>
                  <a:pt x="3566720" y="624304"/>
                </a:lnTo>
                <a:moveTo>
                  <a:pt x="3977057" y="764972"/>
                </a:moveTo>
                <a:lnTo>
                  <a:pt x="3823125" y="733298"/>
                </a:lnTo>
                <a:moveTo>
                  <a:pt x="4256236" y="776084"/>
                </a:moveTo>
                <a:lnTo>
                  <a:pt x="4099037" y="776084"/>
                </a:lnTo>
                <a:moveTo>
                  <a:pt x="4532163" y="733293"/>
                </a:moveTo>
                <a:lnTo>
                  <a:pt x="4378224" y="764971"/>
                </a:lnTo>
                <a:moveTo>
                  <a:pt x="4788578" y="624291"/>
                </a:moveTo>
                <a:lnTo>
                  <a:pt x="4647699" y="693592"/>
                </a:lnTo>
                <a:moveTo>
                  <a:pt x="5023546" y="473151"/>
                </a:moveTo>
                <a:lnTo>
                  <a:pt x="4892656" y="560093"/>
                </a:lnTo>
                <a:moveTo>
                  <a:pt x="5225046" y="361028"/>
                </a:moveTo>
                <a:lnTo>
                  <a:pt x="5127622" y="408952"/>
                </a:lnTo>
                <a:moveTo>
                  <a:pt x="0" y="68313"/>
                </a:moveTo>
                <a:cubicBezTo>
                  <a:pt x="197215" y="132424"/>
                  <a:pt x="339385" y="227557"/>
                  <a:pt x="463641" y="310702"/>
                </a:cubicBezTo>
                <a:lnTo>
                  <a:pt x="463784" y="310799"/>
                </a:lnTo>
                <a:cubicBezTo>
                  <a:pt x="598602" y="401116"/>
                  <a:pt x="705160" y="472476"/>
                  <a:pt x="872206" y="501941"/>
                </a:cubicBezTo>
                <a:moveTo>
                  <a:pt x="1215318" y="505878"/>
                </a:moveTo>
                <a:cubicBezTo>
                  <a:pt x="1396559" y="479260"/>
                  <a:pt x="1506850" y="405452"/>
                  <a:pt x="1648112" y="310886"/>
                </a:cubicBezTo>
                <a:cubicBezTo>
                  <a:pt x="1834840" y="185861"/>
                  <a:pt x="2062002" y="33788"/>
                  <a:pt x="2455650" y="619"/>
                </a:cubicBezTo>
                <a:moveTo>
                  <a:pt x="2770567" y="0"/>
                </a:moveTo>
                <a:cubicBezTo>
                  <a:pt x="3168859" y="31850"/>
                  <a:pt x="3397727" y="185065"/>
                  <a:pt x="3585644" y="310886"/>
                </a:cubicBezTo>
                <a:cubicBezTo>
                  <a:pt x="3724546" y="403939"/>
                  <a:pt x="3833501" y="476816"/>
                  <a:pt x="4009450" y="504514"/>
                </a:cubicBezTo>
                <a:moveTo>
                  <a:pt x="4352468" y="503514"/>
                </a:moveTo>
                <a:cubicBezTo>
                  <a:pt x="4524779" y="475084"/>
                  <a:pt x="4632749" y="402805"/>
                  <a:pt x="4769999" y="310925"/>
                </a:cubicBezTo>
                <a:lnTo>
                  <a:pt x="4770058" y="310886"/>
                </a:lnTo>
                <a:lnTo>
                  <a:pt x="4770079" y="310872"/>
                </a:lnTo>
                <a:cubicBezTo>
                  <a:pt x="4892642" y="228775"/>
                  <a:pt x="5032611" y="135019"/>
                  <a:pt x="5225743" y="70923"/>
                </a:cubicBezTo>
              </a:path>
            </a:pathLst>
          </a:custGeom>
          <a:noFill/>
          <a:ln w="65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72672" y="1751953"/>
            <a:ext cx="1463211" cy="1446990"/>
          </a:xfrm>
          <a:custGeom>
            <a:avLst/>
            <a:gdLst/>
            <a:ahLst/>
            <a:cxnLst/>
            <a:rect l="0" t="0" r="0" b="0"/>
            <a:pathLst>
              <a:path w="1463211" h="1446990">
                <a:moveTo>
                  <a:pt x="1358693" y="1353502"/>
                </a:moveTo>
                <a:lnTo>
                  <a:pt x="836114" y="1353502"/>
                </a:lnTo>
                <a:lnTo>
                  <a:pt x="756237" y="1433379"/>
                </a:lnTo>
                <a:cubicBezTo>
                  <a:pt x="742635" y="1446990"/>
                  <a:pt x="720575" y="1446990"/>
                  <a:pt x="706974" y="1433379"/>
                </a:cubicBezTo>
                <a:lnTo>
                  <a:pt x="627087" y="1353502"/>
                </a:lnTo>
                <a:lnTo>
                  <a:pt x="104517" y="1353502"/>
                </a:lnTo>
                <a:cubicBezTo>
                  <a:pt x="46796" y="1353502"/>
                  <a:pt x="0" y="1306706"/>
                  <a:pt x="0" y="1248984"/>
                </a:cubicBezTo>
                <a:lnTo>
                  <a:pt x="0" y="104517"/>
                </a:lnTo>
                <a:cubicBezTo>
                  <a:pt x="0" y="46796"/>
                  <a:pt x="46796" y="0"/>
                  <a:pt x="104517" y="0"/>
                </a:cubicBezTo>
                <a:lnTo>
                  <a:pt x="1358693" y="0"/>
                </a:lnTo>
                <a:cubicBezTo>
                  <a:pt x="1416415" y="0"/>
                  <a:pt x="1463211" y="46796"/>
                  <a:pt x="1463211" y="104517"/>
                </a:cubicBezTo>
                <a:lnTo>
                  <a:pt x="1463211" y="1248984"/>
                </a:lnTo>
                <a:cubicBezTo>
                  <a:pt x="1463211" y="1306706"/>
                  <a:pt x="1416415" y="1353502"/>
                  <a:pt x="1358693" y="1353502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72672" y="1751953"/>
            <a:ext cx="1463207" cy="1446988"/>
          </a:xfrm>
          <a:custGeom>
            <a:avLst/>
            <a:gdLst/>
            <a:ahLst/>
            <a:cxnLst/>
            <a:rect l="0" t="0" r="0" b="0"/>
            <a:pathLst>
              <a:path w="1463207" h="1446988">
                <a:moveTo>
                  <a:pt x="0" y="104514"/>
                </a:moveTo>
                <a:cubicBezTo>
                  <a:pt x="0" y="46793"/>
                  <a:pt x="46793" y="0"/>
                  <a:pt x="104514" y="0"/>
                </a:cubicBezTo>
                <a:moveTo>
                  <a:pt x="1358693" y="0"/>
                </a:moveTo>
                <a:lnTo>
                  <a:pt x="104514" y="0"/>
                </a:lnTo>
                <a:moveTo>
                  <a:pt x="1463207" y="104514"/>
                </a:moveTo>
                <a:cubicBezTo>
                  <a:pt x="1463207" y="46793"/>
                  <a:pt x="1416414" y="0"/>
                  <a:pt x="1358693" y="0"/>
                </a:cubicBezTo>
                <a:moveTo>
                  <a:pt x="1463207" y="1248983"/>
                </a:moveTo>
                <a:lnTo>
                  <a:pt x="1463207" y="104514"/>
                </a:lnTo>
                <a:moveTo>
                  <a:pt x="1358692" y="1353502"/>
                </a:moveTo>
                <a:cubicBezTo>
                  <a:pt x="1416414" y="1353502"/>
                  <a:pt x="1463207" y="1306709"/>
                  <a:pt x="1463207" y="1248987"/>
                </a:cubicBezTo>
                <a:moveTo>
                  <a:pt x="104514" y="1353502"/>
                </a:moveTo>
                <a:lnTo>
                  <a:pt x="627089" y="1353502"/>
                </a:lnTo>
                <a:lnTo>
                  <a:pt x="706969" y="1433383"/>
                </a:lnTo>
                <a:cubicBezTo>
                  <a:pt x="720575" y="1446988"/>
                  <a:pt x="742633" y="1446988"/>
                  <a:pt x="756238" y="1433383"/>
                </a:cubicBezTo>
                <a:lnTo>
                  <a:pt x="836119" y="1353502"/>
                </a:lnTo>
                <a:lnTo>
                  <a:pt x="1358693" y="1353502"/>
                </a:lnTo>
                <a:moveTo>
                  <a:pt x="104514" y="1353502"/>
                </a:moveTo>
                <a:cubicBezTo>
                  <a:pt x="46793" y="1353502"/>
                  <a:pt x="0" y="1306709"/>
                  <a:pt x="0" y="1248987"/>
                </a:cubicBezTo>
                <a:moveTo>
                  <a:pt x="0" y="1248983"/>
                </a:moveTo>
                <a:lnTo>
                  <a:pt x="0" y="104514"/>
                </a:lnTo>
              </a:path>
            </a:pathLst>
          </a:custGeom>
          <a:noFill/>
          <a:ln w="65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69118" y="3828347"/>
            <a:ext cx="470315" cy="574833"/>
          </a:xfrm>
          <a:custGeom>
            <a:avLst/>
            <a:gdLst/>
            <a:ahLst/>
            <a:cxnLst/>
            <a:rect l="0" t="0" r="0" b="0"/>
            <a:pathLst>
              <a:path w="470315" h="574833">
                <a:moveTo>
                  <a:pt x="0" y="236943"/>
                </a:moveTo>
                <a:cubicBezTo>
                  <a:pt x="0" y="106079"/>
                  <a:pt x="105127" y="0"/>
                  <a:pt x="234810" y="0"/>
                </a:cubicBezTo>
                <a:lnTo>
                  <a:pt x="235505" y="0"/>
                </a:lnTo>
                <a:cubicBezTo>
                  <a:pt x="365188" y="0"/>
                  <a:pt x="470315" y="106079"/>
                  <a:pt x="470315" y="236943"/>
                </a:cubicBezTo>
                <a:cubicBezTo>
                  <a:pt x="470315" y="410308"/>
                  <a:pt x="235162" y="574833"/>
                  <a:pt x="235162" y="574833"/>
                </a:cubicBezTo>
                <a:cubicBezTo>
                  <a:pt x="235162" y="574833"/>
                  <a:pt x="0" y="410308"/>
                  <a:pt x="0" y="236943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69118" y="3828347"/>
            <a:ext cx="470316" cy="574831"/>
          </a:xfrm>
          <a:custGeom>
            <a:avLst/>
            <a:gdLst/>
            <a:ahLst/>
            <a:cxnLst/>
            <a:rect l="0" t="0" r="0" b="0"/>
            <a:pathLst>
              <a:path w="470316" h="574831">
                <a:moveTo>
                  <a:pt x="0" y="236943"/>
                </a:moveTo>
                <a:cubicBezTo>
                  <a:pt x="0" y="106081"/>
                  <a:pt x="105125" y="0"/>
                  <a:pt x="234807" y="0"/>
                </a:cubicBezTo>
                <a:lnTo>
                  <a:pt x="235509" y="0"/>
                </a:lnTo>
                <a:cubicBezTo>
                  <a:pt x="365191" y="0"/>
                  <a:pt x="470316" y="106081"/>
                  <a:pt x="470316" y="236943"/>
                </a:cubicBezTo>
                <a:cubicBezTo>
                  <a:pt x="470316" y="410305"/>
                  <a:pt x="235158" y="574831"/>
                  <a:pt x="235158" y="574831"/>
                </a:cubicBezTo>
                <a:cubicBezTo>
                  <a:pt x="235158" y="574831"/>
                  <a:pt x="0" y="410305"/>
                  <a:pt x="0" y="236943"/>
                </a:cubicBezTo>
                <a:close/>
              </a:path>
            </a:pathLst>
          </a:custGeom>
          <a:noFill/>
          <a:ln w="65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395" y="1751953"/>
            <a:ext cx="1463211" cy="1446990"/>
          </a:xfrm>
          <a:custGeom>
            <a:avLst/>
            <a:gdLst/>
            <a:ahLst/>
            <a:cxnLst/>
            <a:rect l="0" t="0" r="0" b="0"/>
            <a:pathLst>
              <a:path w="1463211" h="1446990">
                <a:moveTo>
                  <a:pt x="1358693" y="1353502"/>
                </a:moveTo>
                <a:lnTo>
                  <a:pt x="836123" y="1353502"/>
                </a:lnTo>
                <a:lnTo>
                  <a:pt x="756237" y="1433379"/>
                </a:lnTo>
                <a:cubicBezTo>
                  <a:pt x="742635" y="1446990"/>
                  <a:pt x="720575" y="1446990"/>
                  <a:pt x="706974" y="1433379"/>
                </a:cubicBezTo>
                <a:lnTo>
                  <a:pt x="627087" y="1353502"/>
                </a:lnTo>
                <a:lnTo>
                  <a:pt x="104517" y="1353502"/>
                </a:lnTo>
                <a:cubicBezTo>
                  <a:pt x="46796" y="1353502"/>
                  <a:pt x="0" y="1306706"/>
                  <a:pt x="0" y="1248984"/>
                </a:cubicBezTo>
                <a:lnTo>
                  <a:pt x="0" y="104517"/>
                </a:lnTo>
                <a:cubicBezTo>
                  <a:pt x="0" y="46796"/>
                  <a:pt x="46796" y="0"/>
                  <a:pt x="104517" y="0"/>
                </a:cubicBezTo>
                <a:lnTo>
                  <a:pt x="1358693" y="0"/>
                </a:lnTo>
                <a:cubicBezTo>
                  <a:pt x="1416415" y="0"/>
                  <a:pt x="1463211" y="46796"/>
                  <a:pt x="1463211" y="104517"/>
                </a:cubicBezTo>
                <a:lnTo>
                  <a:pt x="1463211" y="1248984"/>
                </a:lnTo>
                <a:cubicBezTo>
                  <a:pt x="1463211" y="1306706"/>
                  <a:pt x="1416415" y="1353502"/>
                  <a:pt x="1358693" y="1353502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395" y="1751953"/>
            <a:ext cx="1463208" cy="1446988"/>
          </a:xfrm>
          <a:custGeom>
            <a:avLst/>
            <a:gdLst/>
            <a:ahLst/>
            <a:cxnLst/>
            <a:rect l="0" t="0" r="0" b="0"/>
            <a:pathLst>
              <a:path w="1463208" h="1446988">
                <a:moveTo>
                  <a:pt x="0" y="104514"/>
                </a:moveTo>
                <a:cubicBezTo>
                  <a:pt x="0" y="46793"/>
                  <a:pt x="46793" y="0"/>
                  <a:pt x="104514" y="0"/>
                </a:cubicBezTo>
                <a:moveTo>
                  <a:pt x="1358693" y="0"/>
                </a:moveTo>
                <a:lnTo>
                  <a:pt x="104514" y="0"/>
                </a:lnTo>
                <a:moveTo>
                  <a:pt x="1463208" y="104514"/>
                </a:moveTo>
                <a:cubicBezTo>
                  <a:pt x="1463208" y="46793"/>
                  <a:pt x="1416415" y="0"/>
                  <a:pt x="1358693" y="0"/>
                </a:cubicBezTo>
                <a:moveTo>
                  <a:pt x="1463208" y="1248984"/>
                </a:moveTo>
                <a:lnTo>
                  <a:pt x="1463208" y="104514"/>
                </a:lnTo>
                <a:moveTo>
                  <a:pt x="1358693" y="1353502"/>
                </a:moveTo>
                <a:cubicBezTo>
                  <a:pt x="1416415" y="1353502"/>
                  <a:pt x="1463208" y="1306709"/>
                  <a:pt x="1463208" y="1248987"/>
                </a:cubicBezTo>
                <a:moveTo>
                  <a:pt x="104514" y="1353502"/>
                </a:moveTo>
                <a:lnTo>
                  <a:pt x="627089" y="1353502"/>
                </a:lnTo>
                <a:lnTo>
                  <a:pt x="706969" y="1433383"/>
                </a:lnTo>
                <a:cubicBezTo>
                  <a:pt x="720575" y="1446988"/>
                  <a:pt x="742633" y="1446988"/>
                  <a:pt x="756238" y="1433383"/>
                </a:cubicBezTo>
                <a:lnTo>
                  <a:pt x="836119" y="1353502"/>
                </a:lnTo>
                <a:lnTo>
                  <a:pt x="1358693" y="1353502"/>
                </a:lnTo>
                <a:moveTo>
                  <a:pt x="104514" y="1353502"/>
                </a:moveTo>
                <a:cubicBezTo>
                  <a:pt x="46793" y="1353502"/>
                  <a:pt x="0" y="1306709"/>
                  <a:pt x="0" y="1248987"/>
                </a:cubicBezTo>
                <a:moveTo>
                  <a:pt x="0" y="1248984"/>
                </a:moveTo>
                <a:lnTo>
                  <a:pt x="0" y="104514"/>
                </a:lnTo>
              </a:path>
            </a:pathLst>
          </a:custGeom>
          <a:noFill/>
          <a:ln w="65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6841" y="3314486"/>
            <a:ext cx="470315" cy="574833"/>
          </a:xfrm>
          <a:custGeom>
            <a:avLst/>
            <a:gdLst/>
            <a:ahLst/>
            <a:cxnLst/>
            <a:rect l="0" t="0" r="0" b="0"/>
            <a:pathLst>
              <a:path w="470315" h="574833">
                <a:moveTo>
                  <a:pt x="0" y="236943"/>
                </a:moveTo>
                <a:cubicBezTo>
                  <a:pt x="0" y="106079"/>
                  <a:pt x="105127" y="0"/>
                  <a:pt x="234810" y="0"/>
                </a:cubicBezTo>
                <a:lnTo>
                  <a:pt x="235505" y="0"/>
                </a:lnTo>
                <a:cubicBezTo>
                  <a:pt x="365188" y="0"/>
                  <a:pt x="470315" y="106079"/>
                  <a:pt x="470315" y="236943"/>
                </a:cubicBezTo>
                <a:cubicBezTo>
                  <a:pt x="470315" y="410308"/>
                  <a:pt x="235162" y="574833"/>
                  <a:pt x="235162" y="574833"/>
                </a:cubicBezTo>
                <a:cubicBezTo>
                  <a:pt x="235162" y="574833"/>
                  <a:pt x="0" y="410308"/>
                  <a:pt x="0" y="236943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6841" y="3314486"/>
            <a:ext cx="470316" cy="574831"/>
          </a:xfrm>
          <a:custGeom>
            <a:avLst/>
            <a:gdLst/>
            <a:ahLst/>
            <a:cxnLst/>
            <a:rect l="0" t="0" r="0" b="0"/>
            <a:pathLst>
              <a:path w="470316" h="574831">
                <a:moveTo>
                  <a:pt x="0" y="236943"/>
                </a:moveTo>
                <a:cubicBezTo>
                  <a:pt x="0" y="106081"/>
                  <a:pt x="105125" y="0"/>
                  <a:pt x="234807" y="0"/>
                </a:cubicBezTo>
                <a:lnTo>
                  <a:pt x="235509" y="0"/>
                </a:lnTo>
                <a:cubicBezTo>
                  <a:pt x="365191" y="0"/>
                  <a:pt x="470316" y="106081"/>
                  <a:pt x="470316" y="236943"/>
                </a:cubicBezTo>
                <a:cubicBezTo>
                  <a:pt x="470316" y="410305"/>
                  <a:pt x="235158" y="574831"/>
                  <a:pt x="235158" y="574831"/>
                </a:cubicBezTo>
                <a:cubicBezTo>
                  <a:pt x="235158" y="574831"/>
                  <a:pt x="0" y="410305"/>
                  <a:pt x="0" y="236943"/>
                </a:cubicBezTo>
                <a:close/>
              </a:path>
            </a:pathLst>
          </a:custGeom>
          <a:noFill/>
          <a:ln w="65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08118" y="1751953"/>
            <a:ext cx="1463211" cy="1446990"/>
          </a:xfrm>
          <a:custGeom>
            <a:avLst/>
            <a:gdLst/>
            <a:ahLst/>
            <a:cxnLst/>
            <a:rect l="0" t="0" r="0" b="0"/>
            <a:pathLst>
              <a:path w="1463211" h="1446990">
                <a:moveTo>
                  <a:pt x="1358693" y="1353502"/>
                </a:moveTo>
                <a:lnTo>
                  <a:pt x="836123" y="1353502"/>
                </a:lnTo>
                <a:lnTo>
                  <a:pt x="756237" y="1433379"/>
                </a:lnTo>
                <a:cubicBezTo>
                  <a:pt x="742635" y="1446990"/>
                  <a:pt x="720575" y="1446990"/>
                  <a:pt x="706974" y="1433379"/>
                </a:cubicBezTo>
                <a:lnTo>
                  <a:pt x="627087" y="1353502"/>
                </a:lnTo>
                <a:lnTo>
                  <a:pt x="104517" y="1353502"/>
                </a:lnTo>
                <a:cubicBezTo>
                  <a:pt x="46796" y="1353502"/>
                  <a:pt x="0" y="1306706"/>
                  <a:pt x="0" y="1248984"/>
                </a:cubicBezTo>
                <a:lnTo>
                  <a:pt x="0" y="104517"/>
                </a:lnTo>
                <a:cubicBezTo>
                  <a:pt x="0" y="46796"/>
                  <a:pt x="46796" y="0"/>
                  <a:pt x="104517" y="0"/>
                </a:cubicBezTo>
                <a:lnTo>
                  <a:pt x="1358693" y="0"/>
                </a:lnTo>
                <a:cubicBezTo>
                  <a:pt x="1416415" y="0"/>
                  <a:pt x="1463211" y="46796"/>
                  <a:pt x="1463211" y="104517"/>
                </a:cubicBezTo>
                <a:lnTo>
                  <a:pt x="1463211" y="1248984"/>
                </a:lnTo>
                <a:cubicBezTo>
                  <a:pt x="1463211" y="1306706"/>
                  <a:pt x="1416415" y="1353502"/>
                  <a:pt x="1358693" y="1353502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08118" y="1751953"/>
            <a:ext cx="1463208" cy="1446988"/>
          </a:xfrm>
          <a:custGeom>
            <a:avLst/>
            <a:gdLst/>
            <a:ahLst/>
            <a:cxnLst/>
            <a:rect l="0" t="0" r="0" b="0"/>
            <a:pathLst>
              <a:path w="1463208" h="1446988">
                <a:moveTo>
                  <a:pt x="0" y="104514"/>
                </a:moveTo>
                <a:cubicBezTo>
                  <a:pt x="0" y="46793"/>
                  <a:pt x="46793" y="0"/>
                  <a:pt x="104514" y="0"/>
                </a:cubicBezTo>
                <a:moveTo>
                  <a:pt x="1358693" y="0"/>
                </a:moveTo>
                <a:lnTo>
                  <a:pt x="104514" y="0"/>
                </a:lnTo>
                <a:moveTo>
                  <a:pt x="1463208" y="104514"/>
                </a:moveTo>
                <a:cubicBezTo>
                  <a:pt x="1463208" y="46793"/>
                  <a:pt x="1416415" y="0"/>
                  <a:pt x="1358693" y="0"/>
                </a:cubicBezTo>
                <a:moveTo>
                  <a:pt x="1463208" y="1248983"/>
                </a:moveTo>
                <a:lnTo>
                  <a:pt x="1463208" y="104514"/>
                </a:lnTo>
                <a:moveTo>
                  <a:pt x="1358693" y="1353502"/>
                </a:moveTo>
                <a:cubicBezTo>
                  <a:pt x="1416415" y="1353502"/>
                  <a:pt x="1463208" y="1306709"/>
                  <a:pt x="1463208" y="1248987"/>
                </a:cubicBezTo>
                <a:moveTo>
                  <a:pt x="104514" y="1353502"/>
                </a:moveTo>
                <a:lnTo>
                  <a:pt x="627089" y="1353502"/>
                </a:lnTo>
                <a:lnTo>
                  <a:pt x="706969" y="1433383"/>
                </a:lnTo>
                <a:cubicBezTo>
                  <a:pt x="720575" y="1446988"/>
                  <a:pt x="742633" y="1446988"/>
                  <a:pt x="756238" y="1433383"/>
                </a:cubicBezTo>
                <a:lnTo>
                  <a:pt x="836119" y="1353502"/>
                </a:lnTo>
                <a:lnTo>
                  <a:pt x="1358693" y="1353502"/>
                </a:lnTo>
                <a:moveTo>
                  <a:pt x="104514" y="1353502"/>
                </a:moveTo>
                <a:cubicBezTo>
                  <a:pt x="46793" y="1353502"/>
                  <a:pt x="0" y="1306709"/>
                  <a:pt x="0" y="1248987"/>
                </a:cubicBezTo>
                <a:moveTo>
                  <a:pt x="0" y="1248983"/>
                </a:moveTo>
                <a:lnTo>
                  <a:pt x="0" y="104514"/>
                </a:lnTo>
              </a:path>
            </a:pathLst>
          </a:custGeom>
          <a:noFill/>
          <a:ln w="65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04564" y="3828347"/>
            <a:ext cx="470315" cy="574833"/>
          </a:xfrm>
          <a:custGeom>
            <a:avLst/>
            <a:gdLst/>
            <a:ahLst/>
            <a:cxnLst/>
            <a:rect l="0" t="0" r="0" b="0"/>
            <a:pathLst>
              <a:path w="470315" h="574833">
                <a:moveTo>
                  <a:pt x="0" y="236943"/>
                </a:moveTo>
                <a:cubicBezTo>
                  <a:pt x="0" y="106079"/>
                  <a:pt x="105127" y="0"/>
                  <a:pt x="234810" y="0"/>
                </a:cubicBezTo>
                <a:lnTo>
                  <a:pt x="235505" y="0"/>
                </a:lnTo>
                <a:cubicBezTo>
                  <a:pt x="365188" y="0"/>
                  <a:pt x="470315" y="106079"/>
                  <a:pt x="470315" y="236943"/>
                </a:cubicBezTo>
                <a:cubicBezTo>
                  <a:pt x="470315" y="410308"/>
                  <a:pt x="235162" y="574833"/>
                  <a:pt x="235162" y="574833"/>
                </a:cubicBezTo>
                <a:cubicBezTo>
                  <a:pt x="235162" y="574833"/>
                  <a:pt x="0" y="410308"/>
                  <a:pt x="0" y="236943"/>
                </a:cubicBezTo>
              </a:path>
            </a:pathLst>
          </a:custGeom>
          <a:solidFill>
            <a:srgbClr val="1638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04564" y="3828347"/>
            <a:ext cx="470316" cy="574831"/>
          </a:xfrm>
          <a:custGeom>
            <a:avLst/>
            <a:gdLst/>
            <a:ahLst/>
            <a:cxnLst/>
            <a:rect l="0" t="0" r="0" b="0"/>
            <a:pathLst>
              <a:path w="470316" h="574831">
                <a:moveTo>
                  <a:pt x="0" y="236943"/>
                </a:moveTo>
                <a:cubicBezTo>
                  <a:pt x="0" y="106081"/>
                  <a:pt x="105125" y="0"/>
                  <a:pt x="234807" y="0"/>
                </a:cubicBezTo>
                <a:lnTo>
                  <a:pt x="235509" y="0"/>
                </a:lnTo>
                <a:cubicBezTo>
                  <a:pt x="365191" y="0"/>
                  <a:pt x="470316" y="106081"/>
                  <a:pt x="470316" y="236943"/>
                </a:cubicBezTo>
                <a:cubicBezTo>
                  <a:pt x="470316" y="410305"/>
                  <a:pt x="235158" y="574831"/>
                  <a:pt x="235158" y="574831"/>
                </a:cubicBezTo>
                <a:cubicBezTo>
                  <a:pt x="235158" y="574831"/>
                  <a:pt x="0" y="410305"/>
                  <a:pt x="0" y="236943"/>
                </a:cubicBezTo>
                <a:close/>
              </a:path>
            </a:pathLst>
          </a:custGeom>
          <a:noFill/>
          <a:ln w="65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Group 17"/>
          <p:cNvGrpSpPr/>
          <p:nvPr/>
        </p:nvGrpSpPr>
        <p:grpSpPr>
          <a:xfrm>
            <a:off x="1069476" y="371475"/>
            <a:ext cx="7005046" cy="800100"/>
            <a:chOff x="1069476" y="371475"/>
            <a:chExt cx="7005046" cy="800100"/>
          </a:xfrm>
        </p:grpSpPr>
        <p:sp>
          <p:nvSpPr>
            <p:cNvPr id="16" name="TextBox 15"/>
            <p:cNvSpPr txBox="1"/>
            <p:nvPr/>
          </p:nvSpPr>
          <p:spPr>
            <a:xfrm>
              <a:off x="544098" y="371475"/>
              <a:ext cx="805580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163876"/>
                  </a:solidFill>
                  <a:latin typeface="Aboreto"/>
                </a:rPr>
                <a:t>Roadmap for Extensibility and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4098" y="771525"/>
              <a:ext cx="8055802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163876"/>
                  </a:solidFill>
                  <a:latin typeface="Aboreto"/>
                </a:rPr>
                <a:t>Future Enhancements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396924" y="1856468"/>
            <a:ext cx="1161573" cy="334507"/>
            <a:chOff x="2396924" y="1856468"/>
            <a:chExt cx="1161573" cy="334507"/>
          </a:xfrm>
        </p:grpSpPr>
        <p:sp>
          <p:nvSpPr>
            <p:cNvPr id="19" name="TextBox 18"/>
            <p:cNvSpPr txBox="1"/>
            <p:nvPr/>
          </p:nvSpPr>
          <p:spPr>
            <a:xfrm>
              <a:off x="2309807" y="1856468"/>
              <a:ext cx="1335808" cy="1672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2EEFF"/>
                  </a:solidFill>
                  <a:latin typeface="Aboreto"/>
                </a:rPr>
                <a:t>Near Term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309807" y="2023727"/>
              <a:ext cx="1335808" cy="1672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2EEFF"/>
                  </a:solidFill>
                  <a:latin typeface="Aboreto"/>
                </a:rPr>
                <a:t>Enhancements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964647" y="1856468"/>
            <a:ext cx="1161573" cy="334507"/>
            <a:chOff x="3964647" y="1856468"/>
            <a:chExt cx="1161573" cy="334507"/>
          </a:xfrm>
        </p:grpSpPr>
        <p:sp>
          <p:nvSpPr>
            <p:cNvPr id="22" name="TextBox 21"/>
            <p:cNvSpPr txBox="1"/>
            <p:nvPr/>
          </p:nvSpPr>
          <p:spPr>
            <a:xfrm>
              <a:off x="3877530" y="1856468"/>
              <a:ext cx="1335808" cy="1672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2EEFF"/>
                  </a:solidFill>
                  <a:latin typeface="Aboreto"/>
                </a:rPr>
                <a:t>Mid Term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77530" y="2023727"/>
              <a:ext cx="1335808" cy="1672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2EEFF"/>
                  </a:solidFill>
                  <a:latin typeface="Aboreto"/>
                </a:rPr>
                <a:t>Enhancements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32370" y="1856468"/>
            <a:ext cx="1161573" cy="334507"/>
            <a:chOff x="5532370" y="1856468"/>
            <a:chExt cx="1161573" cy="334507"/>
          </a:xfrm>
        </p:grpSpPr>
        <p:sp>
          <p:nvSpPr>
            <p:cNvPr id="25" name="TextBox 24"/>
            <p:cNvSpPr txBox="1"/>
            <p:nvPr/>
          </p:nvSpPr>
          <p:spPr>
            <a:xfrm>
              <a:off x="5445253" y="1856468"/>
              <a:ext cx="1335808" cy="1672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2EEFF"/>
                  </a:solidFill>
                  <a:latin typeface="Aboreto"/>
                </a:rPr>
                <a:t>Long Term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45253" y="2023727"/>
              <a:ext cx="1335808" cy="1672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E2EEFF"/>
                  </a:solidFill>
                  <a:latin typeface="Aboreto"/>
                </a:rPr>
                <a:t>Enhancements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401677" y="2295485"/>
            <a:ext cx="1129188" cy="705449"/>
            <a:chOff x="2401677" y="2295485"/>
            <a:chExt cx="1129188" cy="705449"/>
          </a:xfrm>
        </p:grpSpPr>
        <p:sp>
          <p:nvSpPr>
            <p:cNvPr id="28" name="TextBox 27"/>
            <p:cNvSpPr txBox="1"/>
            <p:nvPr/>
          </p:nvSpPr>
          <p:spPr>
            <a:xfrm>
              <a:off x="2316988" y="2295485"/>
              <a:ext cx="1298566" cy="1410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SQLite migration,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16988" y="2436550"/>
              <a:ext cx="1298566" cy="1410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CSV import/export,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16988" y="2577615"/>
              <a:ext cx="1298566" cy="14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and local expense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316988" y="2718776"/>
              <a:ext cx="1298566" cy="1410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categorization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16988" y="2859841"/>
              <a:ext cx="1298566" cy="141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models.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984646" y="2295485"/>
            <a:ext cx="1191691" cy="705449"/>
            <a:chOff x="3984646" y="2295485"/>
            <a:chExt cx="1191691" cy="705449"/>
          </a:xfrm>
        </p:grpSpPr>
        <p:sp>
          <p:nvSpPr>
            <p:cNvPr id="34" name="TextBox 33"/>
            <p:cNvSpPr txBox="1"/>
            <p:nvPr/>
          </p:nvSpPr>
          <p:spPr>
            <a:xfrm>
              <a:off x="3895270" y="2295485"/>
              <a:ext cx="1370444" cy="1410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End-to-end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95270" y="2436550"/>
              <a:ext cx="1370444" cy="1410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encryption with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95270" y="2577615"/>
              <a:ext cx="1370444" cy="14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passphrase keys and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895270" y="2718776"/>
              <a:ext cx="1370444" cy="1410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PDF report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95270" y="2859841"/>
              <a:ext cx="1370444" cy="141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generation.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536955" y="2295485"/>
            <a:ext cx="1097756" cy="705449"/>
            <a:chOff x="5536955" y="2295485"/>
            <a:chExt cx="1097756" cy="705449"/>
          </a:xfrm>
        </p:grpSpPr>
        <p:sp>
          <p:nvSpPr>
            <p:cNvPr id="40" name="TextBox 39"/>
            <p:cNvSpPr txBox="1"/>
            <p:nvPr/>
          </p:nvSpPr>
          <p:spPr>
            <a:xfrm>
              <a:off x="5454624" y="2295485"/>
              <a:ext cx="1262419" cy="1410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WebAssembly port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454624" y="2436550"/>
              <a:ext cx="1262419" cy="1410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for offline-first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54624" y="2577615"/>
              <a:ext cx="1262419" cy="14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browser execution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54624" y="2718776"/>
              <a:ext cx="1262419" cy="1410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and plugin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454624" y="2859841"/>
              <a:ext cx="1262419" cy="141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2EEFF"/>
                  </a:solidFill>
                  <a:latin typeface="Noto Serif JP"/>
                </a:rPr>
                <a:t>architecture.</a:t>
              </a:r>
            </a:p>
          </p:txBody>
        </p:sp>
      </p:grpSp>
      <p:sp>
        <p:nvSpPr>
          <p:cNvPr id="46" name="Rounded Rectangle 45"/>
          <p:cNvSpPr/>
          <p:nvPr/>
        </p:nvSpPr>
        <p:spPr>
          <a:xfrm>
            <a:off x="4421759" y="3408090"/>
            <a:ext cx="300480" cy="300500"/>
          </a:xfrm>
          <a:custGeom>
            <a:avLst/>
            <a:gdLst/>
            <a:ahLst/>
            <a:cxnLst/>
            <a:rect l="0" t="0" r="0" b="0"/>
            <a:pathLst>
              <a:path w="300480" h="300500">
                <a:moveTo>
                  <a:pt x="143707" y="300500"/>
                </a:moveTo>
                <a:lnTo>
                  <a:pt x="13064" y="300500"/>
                </a:lnTo>
                <a:cubicBezTo>
                  <a:pt x="5849" y="300500"/>
                  <a:pt x="0" y="294651"/>
                  <a:pt x="0" y="287435"/>
                </a:cubicBezTo>
                <a:lnTo>
                  <a:pt x="0" y="13084"/>
                </a:lnTo>
                <a:cubicBezTo>
                  <a:pt x="0" y="5869"/>
                  <a:pt x="5849" y="20"/>
                  <a:pt x="13064" y="20"/>
                </a:cubicBezTo>
                <a:lnTo>
                  <a:pt x="186689" y="20"/>
                </a:lnTo>
                <a:cubicBezTo>
                  <a:pt x="190162" y="0"/>
                  <a:pt x="193499" y="1363"/>
                  <a:pt x="195965" y="3808"/>
                </a:cubicBezTo>
                <a:lnTo>
                  <a:pt x="244434" y="52277"/>
                </a:lnTo>
                <a:cubicBezTo>
                  <a:pt x="246879" y="54743"/>
                  <a:pt x="248242" y="58080"/>
                  <a:pt x="248222" y="61553"/>
                </a:cubicBezTo>
                <a:lnTo>
                  <a:pt x="248222" y="104534"/>
                </a:lnTo>
                <a:moveTo>
                  <a:pt x="88184" y="98002"/>
                </a:moveTo>
                <a:cubicBezTo>
                  <a:pt x="88184" y="99806"/>
                  <a:pt x="89646" y="101268"/>
                  <a:pt x="91450" y="101268"/>
                </a:cubicBezTo>
                <a:cubicBezTo>
                  <a:pt x="93254" y="101268"/>
                  <a:pt x="94716" y="99806"/>
                  <a:pt x="94716" y="98002"/>
                </a:cubicBezTo>
                <a:cubicBezTo>
                  <a:pt x="94716" y="96198"/>
                  <a:pt x="93254" y="94736"/>
                  <a:pt x="91450" y="94736"/>
                </a:cubicBezTo>
                <a:cubicBezTo>
                  <a:pt x="89646" y="94736"/>
                  <a:pt x="88184" y="96198"/>
                  <a:pt x="88184" y="98002"/>
                </a:cubicBezTo>
                <a:moveTo>
                  <a:pt x="88184" y="130663"/>
                </a:moveTo>
                <a:cubicBezTo>
                  <a:pt x="88184" y="132467"/>
                  <a:pt x="89646" y="133929"/>
                  <a:pt x="91450" y="133929"/>
                </a:cubicBezTo>
                <a:cubicBezTo>
                  <a:pt x="93254" y="133929"/>
                  <a:pt x="94716" y="132467"/>
                  <a:pt x="94716" y="130663"/>
                </a:cubicBezTo>
                <a:cubicBezTo>
                  <a:pt x="94716" y="128859"/>
                  <a:pt x="93254" y="127397"/>
                  <a:pt x="91450" y="127397"/>
                </a:cubicBezTo>
                <a:cubicBezTo>
                  <a:pt x="89646" y="127397"/>
                  <a:pt x="88184" y="128859"/>
                  <a:pt x="88184" y="130663"/>
                </a:cubicBezTo>
                <a:moveTo>
                  <a:pt x="88184" y="163324"/>
                </a:moveTo>
                <a:cubicBezTo>
                  <a:pt x="88184" y="165128"/>
                  <a:pt x="89646" y="166590"/>
                  <a:pt x="91450" y="166590"/>
                </a:cubicBezTo>
                <a:cubicBezTo>
                  <a:pt x="93254" y="166590"/>
                  <a:pt x="94716" y="165128"/>
                  <a:pt x="94716" y="163324"/>
                </a:cubicBezTo>
                <a:cubicBezTo>
                  <a:pt x="94716" y="161520"/>
                  <a:pt x="93254" y="160058"/>
                  <a:pt x="91450" y="160058"/>
                </a:cubicBezTo>
                <a:cubicBezTo>
                  <a:pt x="89646" y="160058"/>
                  <a:pt x="88184" y="161520"/>
                  <a:pt x="88184" y="163324"/>
                </a:cubicBezTo>
                <a:moveTo>
                  <a:pt x="88184" y="195985"/>
                </a:moveTo>
                <a:cubicBezTo>
                  <a:pt x="88184" y="197789"/>
                  <a:pt x="89646" y="199251"/>
                  <a:pt x="91450" y="199251"/>
                </a:cubicBezTo>
                <a:cubicBezTo>
                  <a:pt x="93254" y="199251"/>
                  <a:pt x="94716" y="197789"/>
                  <a:pt x="94716" y="195985"/>
                </a:cubicBezTo>
                <a:cubicBezTo>
                  <a:pt x="94716" y="194181"/>
                  <a:pt x="93254" y="192719"/>
                  <a:pt x="91450" y="192719"/>
                </a:cubicBezTo>
                <a:cubicBezTo>
                  <a:pt x="89646" y="192719"/>
                  <a:pt x="88184" y="194181"/>
                  <a:pt x="88184" y="195985"/>
                </a:cubicBezTo>
                <a:moveTo>
                  <a:pt x="88184" y="228646"/>
                </a:moveTo>
                <a:cubicBezTo>
                  <a:pt x="88184" y="230450"/>
                  <a:pt x="89646" y="231912"/>
                  <a:pt x="91450" y="231912"/>
                </a:cubicBezTo>
                <a:cubicBezTo>
                  <a:pt x="93254" y="231912"/>
                  <a:pt x="94716" y="230450"/>
                  <a:pt x="94716" y="228646"/>
                </a:cubicBezTo>
                <a:cubicBezTo>
                  <a:pt x="94716" y="226842"/>
                  <a:pt x="93254" y="225380"/>
                  <a:pt x="91450" y="225380"/>
                </a:cubicBezTo>
                <a:cubicBezTo>
                  <a:pt x="89646" y="225380"/>
                  <a:pt x="88184" y="226842"/>
                  <a:pt x="88184" y="228646"/>
                </a:cubicBezTo>
                <a:moveTo>
                  <a:pt x="88184" y="262091"/>
                </a:moveTo>
                <a:cubicBezTo>
                  <a:pt x="88184" y="263894"/>
                  <a:pt x="89646" y="265357"/>
                  <a:pt x="91450" y="265357"/>
                </a:cubicBezTo>
                <a:cubicBezTo>
                  <a:pt x="93254" y="265357"/>
                  <a:pt x="94716" y="263894"/>
                  <a:pt x="94716" y="262091"/>
                </a:cubicBezTo>
                <a:cubicBezTo>
                  <a:pt x="94716" y="260287"/>
                  <a:pt x="93254" y="258825"/>
                  <a:pt x="91450" y="258825"/>
                </a:cubicBezTo>
                <a:cubicBezTo>
                  <a:pt x="89646" y="258825"/>
                  <a:pt x="88184" y="260287"/>
                  <a:pt x="88184" y="262091"/>
                </a:cubicBezTo>
                <a:moveTo>
                  <a:pt x="111047" y="47182"/>
                </a:moveTo>
                <a:lnTo>
                  <a:pt x="104514" y="20"/>
                </a:lnTo>
                <a:lnTo>
                  <a:pt x="76687" y="20"/>
                </a:lnTo>
                <a:lnTo>
                  <a:pt x="71853" y="47182"/>
                </a:lnTo>
                <a:cubicBezTo>
                  <a:pt x="71251" y="52712"/>
                  <a:pt x="73060" y="58234"/>
                  <a:pt x="76818" y="62337"/>
                </a:cubicBezTo>
                <a:cubicBezTo>
                  <a:pt x="80584" y="66523"/>
                  <a:pt x="85950" y="68913"/>
                  <a:pt x="91581" y="68913"/>
                </a:cubicBezTo>
                <a:cubicBezTo>
                  <a:pt x="97211" y="68913"/>
                  <a:pt x="102577" y="66523"/>
                  <a:pt x="106343" y="62337"/>
                </a:cubicBezTo>
                <a:cubicBezTo>
                  <a:pt x="110007" y="58191"/>
                  <a:pt x="111719" y="52674"/>
                  <a:pt x="111047" y="47182"/>
                </a:cubicBezTo>
                <a:close/>
                <a:moveTo>
                  <a:pt x="195965" y="195985"/>
                </a:moveTo>
                <a:lnTo>
                  <a:pt x="287415" y="195985"/>
                </a:lnTo>
                <a:cubicBezTo>
                  <a:pt x="287415" y="195985"/>
                  <a:pt x="300480" y="195985"/>
                  <a:pt x="300480" y="209049"/>
                </a:cubicBezTo>
                <a:lnTo>
                  <a:pt x="300480" y="287435"/>
                </a:lnTo>
                <a:cubicBezTo>
                  <a:pt x="300480" y="287435"/>
                  <a:pt x="300480" y="300500"/>
                  <a:pt x="287415" y="300500"/>
                </a:cubicBezTo>
                <a:lnTo>
                  <a:pt x="195965" y="300500"/>
                </a:lnTo>
                <a:cubicBezTo>
                  <a:pt x="195965" y="300500"/>
                  <a:pt x="182901" y="300500"/>
                  <a:pt x="182901" y="287435"/>
                </a:cubicBezTo>
                <a:lnTo>
                  <a:pt x="182901" y="209049"/>
                </a:lnTo>
                <a:cubicBezTo>
                  <a:pt x="182901" y="209049"/>
                  <a:pt x="182901" y="195985"/>
                  <a:pt x="195965" y="195985"/>
                </a:cubicBezTo>
                <a:moveTo>
                  <a:pt x="225360" y="249026"/>
                </a:moveTo>
                <a:cubicBezTo>
                  <a:pt x="225360" y="258045"/>
                  <a:pt x="232671" y="265357"/>
                  <a:pt x="241690" y="265357"/>
                </a:cubicBezTo>
                <a:cubicBezTo>
                  <a:pt x="250709" y="265357"/>
                  <a:pt x="258021" y="258045"/>
                  <a:pt x="258021" y="249026"/>
                </a:cubicBezTo>
                <a:cubicBezTo>
                  <a:pt x="258021" y="240007"/>
                  <a:pt x="250709" y="232696"/>
                  <a:pt x="241690" y="232696"/>
                </a:cubicBezTo>
                <a:cubicBezTo>
                  <a:pt x="232671" y="232696"/>
                  <a:pt x="225360" y="240007"/>
                  <a:pt x="225360" y="249026"/>
                </a:cubicBezTo>
                <a:moveTo>
                  <a:pt x="274351" y="176388"/>
                </a:moveTo>
                <a:cubicBezTo>
                  <a:pt x="274351" y="158350"/>
                  <a:pt x="259728" y="143728"/>
                  <a:pt x="241690" y="143728"/>
                </a:cubicBezTo>
                <a:cubicBezTo>
                  <a:pt x="223652" y="143728"/>
                  <a:pt x="209029" y="158350"/>
                  <a:pt x="209029" y="176388"/>
                </a:cubicBezTo>
                <a:lnTo>
                  <a:pt x="209029" y="195985"/>
                </a:lnTo>
                <a:lnTo>
                  <a:pt x="274351" y="195985"/>
                </a:lnTo>
                <a:close/>
              </a:path>
            </a:pathLst>
          </a:custGeom>
          <a:noFill/>
          <a:ln w="65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854036" y="3921976"/>
            <a:ext cx="300480" cy="303820"/>
          </a:xfrm>
          <a:custGeom>
            <a:avLst/>
            <a:gdLst/>
            <a:ahLst/>
            <a:cxnLst/>
            <a:rect l="0" t="0" r="0" b="0"/>
            <a:pathLst>
              <a:path w="300480" h="303820">
                <a:moveTo>
                  <a:pt x="0" y="52257"/>
                </a:moveTo>
                <a:cubicBezTo>
                  <a:pt x="0" y="81118"/>
                  <a:pt x="55566" y="104514"/>
                  <a:pt x="124111" y="104514"/>
                </a:cubicBezTo>
                <a:cubicBezTo>
                  <a:pt x="192656" y="104514"/>
                  <a:pt x="248222" y="81118"/>
                  <a:pt x="248222" y="52257"/>
                </a:cubicBezTo>
                <a:cubicBezTo>
                  <a:pt x="248222" y="23396"/>
                  <a:pt x="192656" y="0"/>
                  <a:pt x="124111" y="0"/>
                </a:cubicBezTo>
                <a:cubicBezTo>
                  <a:pt x="55566" y="0"/>
                  <a:pt x="0" y="23396"/>
                  <a:pt x="0" y="52257"/>
                </a:cubicBezTo>
                <a:moveTo>
                  <a:pt x="124111" y="156772"/>
                </a:moveTo>
                <a:cubicBezTo>
                  <a:pt x="55523" y="156772"/>
                  <a:pt x="0" y="133387"/>
                  <a:pt x="0" y="104514"/>
                </a:cubicBezTo>
                <a:moveTo>
                  <a:pt x="111047" y="215561"/>
                </a:moveTo>
                <a:cubicBezTo>
                  <a:pt x="48599" y="212557"/>
                  <a:pt x="0" y="190347"/>
                  <a:pt x="0" y="163304"/>
                </a:cubicBezTo>
                <a:moveTo>
                  <a:pt x="97982" y="273175"/>
                </a:moveTo>
                <a:cubicBezTo>
                  <a:pt x="41936" y="267819"/>
                  <a:pt x="0" y="247177"/>
                  <a:pt x="0" y="222094"/>
                </a:cubicBezTo>
                <a:lnTo>
                  <a:pt x="0" y="52257"/>
                </a:lnTo>
                <a:moveTo>
                  <a:pt x="248222" y="52257"/>
                </a:moveTo>
                <a:lnTo>
                  <a:pt x="248222" y="117579"/>
                </a:lnTo>
                <a:moveTo>
                  <a:pt x="242866" y="191262"/>
                </a:moveTo>
                <a:lnTo>
                  <a:pt x="282582" y="209029"/>
                </a:lnTo>
                <a:lnTo>
                  <a:pt x="300480" y="168922"/>
                </a:lnTo>
                <a:moveTo>
                  <a:pt x="141356" y="192829"/>
                </a:moveTo>
                <a:cubicBezTo>
                  <a:pt x="152441" y="160501"/>
                  <a:pt x="184530" y="140242"/>
                  <a:pt x="218483" y="144137"/>
                </a:cubicBezTo>
                <a:cubicBezTo>
                  <a:pt x="252437" y="148032"/>
                  <a:pt x="279105" y="175030"/>
                  <a:pt x="282582" y="209029"/>
                </a:cubicBezTo>
                <a:moveTo>
                  <a:pt x="181333" y="252926"/>
                </a:moveTo>
                <a:lnTo>
                  <a:pt x="141617" y="235158"/>
                </a:lnTo>
                <a:lnTo>
                  <a:pt x="123719" y="275266"/>
                </a:lnTo>
                <a:moveTo>
                  <a:pt x="282843" y="251227"/>
                </a:moveTo>
                <a:cubicBezTo>
                  <a:pt x="271776" y="283549"/>
                  <a:pt x="239716" y="303820"/>
                  <a:pt x="205771" y="299958"/>
                </a:cubicBezTo>
                <a:cubicBezTo>
                  <a:pt x="171827" y="296095"/>
                  <a:pt x="145139" y="269139"/>
                  <a:pt x="141617" y="235158"/>
                </a:cubicBezTo>
              </a:path>
            </a:pathLst>
          </a:custGeom>
          <a:noFill/>
          <a:ln w="65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96014" y="3921976"/>
            <a:ext cx="288688" cy="301752"/>
          </a:xfrm>
          <a:custGeom>
            <a:avLst/>
            <a:gdLst/>
            <a:ahLst/>
            <a:cxnLst/>
            <a:rect l="0" t="0" r="0" b="0"/>
            <a:pathLst>
              <a:path w="288688" h="301752">
                <a:moveTo>
                  <a:pt x="84918" y="270811"/>
                </a:moveTo>
                <a:cubicBezTo>
                  <a:pt x="83114" y="270811"/>
                  <a:pt x="81652" y="272273"/>
                  <a:pt x="81652" y="274077"/>
                </a:cubicBezTo>
                <a:lnTo>
                  <a:pt x="81652" y="274077"/>
                </a:lnTo>
                <a:cubicBezTo>
                  <a:pt x="81652" y="275880"/>
                  <a:pt x="83114" y="277343"/>
                  <a:pt x="84918" y="277343"/>
                </a:cubicBezTo>
                <a:lnTo>
                  <a:pt x="84918" y="277343"/>
                </a:lnTo>
                <a:cubicBezTo>
                  <a:pt x="86722" y="277343"/>
                  <a:pt x="88184" y="275880"/>
                  <a:pt x="88184" y="274077"/>
                </a:cubicBezTo>
                <a:lnTo>
                  <a:pt x="88184" y="274077"/>
                </a:lnTo>
                <a:cubicBezTo>
                  <a:pt x="88184" y="272273"/>
                  <a:pt x="86722" y="270811"/>
                  <a:pt x="84918" y="270811"/>
                </a:cubicBezTo>
                <a:lnTo>
                  <a:pt x="84918" y="270811"/>
                </a:lnTo>
                <a:moveTo>
                  <a:pt x="130643" y="300205"/>
                </a:moveTo>
                <a:lnTo>
                  <a:pt x="26128" y="300205"/>
                </a:lnTo>
                <a:cubicBezTo>
                  <a:pt x="11698" y="300205"/>
                  <a:pt x="0" y="288507"/>
                  <a:pt x="0" y="274077"/>
                </a:cubicBezTo>
                <a:lnTo>
                  <a:pt x="0" y="26128"/>
                </a:lnTo>
                <a:cubicBezTo>
                  <a:pt x="0" y="11698"/>
                  <a:pt x="11698" y="0"/>
                  <a:pt x="26128" y="0"/>
                </a:cubicBezTo>
                <a:lnTo>
                  <a:pt x="143707" y="0"/>
                </a:lnTo>
                <a:cubicBezTo>
                  <a:pt x="158138" y="0"/>
                  <a:pt x="169836" y="11698"/>
                  <a:pt x="169836" y="26128"/>
                </a:cubicBezTo>
                <a:lnTo>
                  <a:pt x="169836" y="104240"/>
                </a:lnTo>
                <a:moveTo>
                  <a:pt x="0" y="247948"/>
                </a:moveTo>
                <a:lnTo>
                  <a:pt x="91450" y="247948"/>
                </a:lnTo>
                <a:moveTo>
                  <a:pt x="0" y="51983"/>
                </a:moveTo>
                <a:lnTo>
                  <a:pt x="169836" y="51983"/>
                </a:lnTo>
                <a:moveTo>
                  <a:pt x="65321" y="25854"/>
                </a:moveTo>
                <a:lnTo>
                  <a:pt x="104514" y="25854"/>
                </a:lnTo>
                <a:moveTo>
                  <a:pt x="209682" y="259706"/>
                </a:moveTo>
                <a:cubicBezTo>
                  <a:pt x="202182" y="252187"/>
                  <a:pt x="199979" y="240876"/>
                  <a:pt x="204110" y="231092"/>
                </a:cubicBezTo>
                <a:cubicBezTo>
                  <a:pt x="208240" y="221308"/>
                  <a:pt x="217881" y="214997"/>
                  <a:pt x="228501" y="215127"/>
                </a:cubicBezTo>
                <a:cubicBezTo>
                  <a:pt x="239120" y="215256"/>
                  <a:pt x="248604" y="221801"/>
                  <a:pt x="252494" y="231683"/>
                </a:cubicBezTo>
                <a:cubicBezTo>
                  <a:pt x="253299" y="233734"/>
                  <a:pt x="255083" y="235242"/>
                  <a:pt x="257240" y="235692"/>
                </a:cubicBezTo>
                <a:cubicBezTo>
                  <a:pt x="259397" y="236142"/>
                  <a:pt x="261636" y="235475"/>
                  <a:pt x="263194" y="233917"/>
                </a:cubicBezTo>
                <a:lnTo>
                  <a:pt x="283588" y="213510"/>
                </a:lnTo>
                <a:cubicBezTo>
                  <a:pt x="288688" y="208409"/>
                  <a:pt x="288688" y="200139"/>
                  <a:pt x="283588" y="195037"/>
                </a:cubicBezTo>
                <a:lnTo>
                  <a:pt x="262685" y="174134"/>
                </a:lnTo>
                <a:cubicBezTo>
                  <a:pt x="274936" y="170856"/>
                  <a:pt x="283064" y="159254"/>
                  <a:pt x="281960" y="146619"/>
                </a:cubicBezTo>
                <a:cubicBezTo>
                  <a:pt x="280856" y="133985"/>
                  <a:pt x="270839" y="123968"/>
                  <a:pt x="258205" y="122864"/>
                </a:cubicBezTo>
                <a:cubicBezTo>
                  <a:pt x="245571" y="121760"/>
                  <a:pt x="233968" y="129888"/>
                  <a:pt x="230690" y="142140"/>
                </a:cubicBezTo>
                <a:lnTo>
                  <a:pt x="209787" y="121237"/>
                </a:lnTo>
                <a:cubicBezTo>
                  <a:pt x="204685" y="116137"/>
                  <a:pt x="196416" y="116137"/>
                  <a:pt x="191314" y="121237"/>
                </a:cubicBezTo>
                <a:lnTo>
                  <a:pt x="172384" y="140167"/>
                </a:lnTo>
                <a:cubicBezTo>
                  <a:pt x="170989" y="141553"/>
                  <a:pt x="170293" y="143493"/>
                  <a:pt x="170488" y="145449"/>
                </a:cubicBezTo>
                <a:cubicBezTo>
                  <a:pt x="170683" y="147405"/>
                  <a:pt x="171749" y="149170"/>
                  <a:pt x="173390" y="150253"/>
                </a:cubicBezTo>
                <a:cubicBezTo>
                  <a:pt x="174854" y="151216"/>
                  <a:pt x="176216" y="152328"/>
                  <a:pt x="177453" y="153571"/>
                </a:cubicBezTo>
                <a:cubicBezTo>
                  <a:pt x="187355" y="163823"/>
                  <a:pt x="187213" y="180120"/>
                  <a:pt x="177134" y="190199"/>
                </a:cubicBezTo>
                <a:cubicBezTo>
                  <a:pt x="167056" y="200278"/>
                  <a:pt x="150759" y="200419"/>
                  <a:pt x="140507" y="190517"/>
                </a:cubicBezTo>
                <a:cubicBezTo>
                  <a:pt x="139264" y="189280"/>
                  <a:pt x="138152" y="187919"/>
                  <a:pt x="137188" y="186454"/>
                </a:cubicBezTo>
                <a:cubicBezTo>
                  <a:pt x="136105" y="184813"/>
                  <a:pt x="134341" y="183747"/>
                  <a:pt x="132385" y="183552"/>
                </a:cubicBezTo>
                <a:cubicBezTo>
                  <a:pt x="130428" y="183357"/>
                  <a:pt x="128488" y="184053"/>
                  <a:pt x="127103" y="185448"/>
                </a:cubicBezTo>
                <a:lnTo>
                  <a:pt x="108068" y="204274"/>
                </a:lnTo>
                <a:cubicBezTo>
                  <a:pt x="102968" y="209375"/>
                  <a:pt x="102968" y="217645"/>
                  <a:pt x="108068" y="222747"/>
                </a:cubicBezTo>
                <a:lnTo>
                  <a:pt x="181973" y="296652"/>
                </a:lnTo>
                <a:cubicBezTo>
                  <a:pt x="187075" y="301752"/>
                  <a:pt x="195344" y="301752"/>
                  <a:pt x="200446" y="296652"/>
                </a:cubicBezTo>
                <a:lnTo>
                  <a:pt x="220853" y="276258"/>
                </a:lnTo>
                <a:cubicBezTo>
                  <a:pt x="222417" y="274701"/>
                  <a:pt x="223088" y="272458"/>
                  <a:pt x="222637" y="270297"/>
                </a:cubicBezTo>
                <a:cubicBezTo>
                  <a:pt x="222187" y="268136"/>
                  <a:pt x="220675" y="266349"/>
                  <a:pt x="218618" y="265546"/>
                </a:cubicBezTo>
                <a:cubicBezTo>
                  <a:pt x="215267" y="264240"/>
                  <a:pt x="212224" y="262251"/>
                  <a:pt x="209682" y="259706"/>
                </a:cubicBezTo>
                <a:close/>
              </a:path>
            </a:pathLst>
          </a:custGeom>
          <a:noFill/>
          <a:ln w="6528">
            <a:solidFill>
              <a:srgbClr val="E2EE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0"/>
            <a:ext cx="4467225" cy="3107093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90525" y="1868839"/>
            <a:ext cx="3717007" cy="800100"/>
            <a:chOff x="390525" y="1868839"/>
            <a:chExt cx="3717007" cy="800100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1868839"/>
              <a:ext cx="427455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63876"/>
                  </a:solidFill>
                  <a:latin typeface="Aboreto"/>
                </a:rPr>
                <a:t>Lessons Learned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2268889"/>
              <a:ext cx="427455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63876"/>
                  </a:solidFill>
                  <a:latin typeface="Aboreto"/>
                </a:rPr>
                <a:t>&amp; Reflections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90525" y="2764189"/>
            <a:ext cx="3551758" cy="342900"/>
            <a:chOff x="390525" y="2764189"/>
            <a:chExt cx="3551758" cy="342900"/>
          </a:xfrm>
        </p:grpSpPr>
        <p:sp>
          <p:nvSpPr>
            <p:cNvPr id="6" name="TextBox 5"/>
            <p:cNvSpPr txBox="1"/>
            <p:nvPr/>
          </p:nvSpPr>
          <p:spPr>
            <a:xfrm>
              <a:off x="390525" y="2764189"/>
              <a:ext cx="408452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63876"/>
                  </a:solidFill>
                  <a:latin typeface="Noto Serif JP"/>
                </a:rPr>
                <a:t>The most valuable decision was recognizing that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935639"/>
              <a:ext cx="408452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63876"/>
                  </a:solidFill>
                  <a:latin typeface="Noto Serif JP"/>
                </a:rPr>
                <a:t>personal finance and security are private activities.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90525" y="3573814"/>
            <a:ext cx="433768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700" b="0">
                <a:solidFill>
                  <a:srgbClr val="163876"/>
                </a:solidFill>
                <a:latin typeface="Noto Serif JP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3573814"/>
            <a:ext cx="433768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700" b="0">
                <a:solidFill>
                  <a:srgbClr val="163876"/>
                </a:solidFill>
                <a:latin typeface="Noto Serif JP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25" y="4126264"/>
            <a:ext cx="1578971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63876"/>
                </a:solidFill>
                <a:latin typeface="Aboreto"/>
              </a:rPr>
              <a:t>Privacy-First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775" y="4126264"/>
            <a:ext cx="1828049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63876"/>
                </a:solidFill>
                <a:latin typeface="Aboreto"/>
              </a:rPr>
              <a:t>Architecture Strategy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390525" y="4402488"/>
            <a:ext cx="3986688" cy="274281"/>
            <a:chOff x="390525" y="4402488"/>
            <a:chExt cx="3986688" cy="274281"/>
          </a:xfrm>
        </p:grpSpPr>
        <p:sp>
          <p:nvSpPr>
            <p:cNvPr id="13" name="TextBox 12"/>
            <p:cNvSpPr txBox="1"/>
            <p:nvPr/>
          </p:nvSpPr>
          <p:spPr>
            <a:xfrm>
              <a:off x="390525" y="4402488"/>
              <a:ext cx="4584691" cy="137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By resisting the urge to add cloud sync or accounts, we created a tool that users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90525" y="4539648"/>
              <a:ext cx="4584691" cy="1371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63876"/>
                  </a:solidFill>
                  <a:latin typeface="Noto Serif JP"/>
                </a:rPr>
                <a:t>truly own and control.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676775" y="4402491"/>
            <a:ext cx="4659034" cy="1371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163876"/>
                </a:solidFill>
                <a:latin typeface="Noto Serif JP"/>
              </a:rPr>
              <a:t>Strict separation of UI from logic was the key to maintaining velocity and quality.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6232" y="489866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E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71475"/>
            <a:ext cx="4200525" cy="4400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0644" y="975359"/>
            <a:ext cx="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163876"/>
                </a:solidFill>
                <a:latin typeface="Noto Serif JP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0525" y="1009650"/>
            <a:ext cx="905874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163876"/>
                </a:solidFill>
                <a:latin typeface="Noto Serif JP"/>
              </a:rPr>
              <a:t>Conclusion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90525" y="1409700"/>
            <a:ext cx="3671887" cy="2286000"/>
            <a:chOff x="390525" y="1409700"/>
            <a:chExt cx="3671887" cy="22860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1409700"/>
              <a:ext cx="422267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163876"/>
                  </a:solidFill>
                  <a:latin typeface="Aboreto"/>
                </a:rPr>
                <a:t>Thank You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1981200"/>
              <a:ext cx="422267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163876"/>
                  </a:solidFill>
                  <a:latin typeface="Aboreto"/>
                </a:rPr>
                <a:t>&amp;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552700"/>
              <a:ext cx="422267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163876"/>
                  </a:solidFill>
                  <a:latin typeface="Aboreto"/>
                </a:rPr>
                <a:t>Technical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3124200"/>
              <a:ext cx="422267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163876"/>
                  </a:solidFill>
                  <a:latin typeface="Aboreto"/>
                </a:rPr>
                <a:t>Q&amp;A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90525" y="3886200"/>
            <a:ext cx="3489721" cy="342900"/>
            <a:chOff x="390525" y="3886200"/>
            <a:chExt cx="3489721" cy="342900"/>
          </a:xfrm>
        </p:grpSpPr>
        <p:sp>
          <p:nvSpPr>
            <p:cNvPr id="10" name="TextBox 9"/>
            <p:cNvSpPr txBox="1"/>
            <p:nvPr/>
          </p:nvSpPr>
          <p:spPr>
            <a:xfrm>
              <a:off x="390525" y="3886200"/>
              <a:ext cx="401317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63876"/>
                  </a:solidFill>
                  <a:latin typeface="Noto Serif JP"/>
                </a:rPr>
                <a:t>Explore the code: budget_planner/, cybersec/, and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4057650"/>
              <a:ext cx="4013179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163876"/>
                  </a:solidFill>
                  <a:latin typeface="Noto Serif JP"/>
                </a:rPr>
                <a:t>tests/</a:t>
              </a:r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3967A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